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5" r:id="rId3"/>
    <p:sldId id="275" r:id="rId4"/>
    <p:sldId id="278" r:id="rId5"/>
    <p:sldId id="288" r:id="rId6"/>
    <p:sldId id="270" r:id="rId7"/>
    <p:sldId id="292" r:id="rId8"/>
    <p:sldId id="287" r:id="rId9"/>
    <p:sldId id="294" r:id="rId10"/>
    <p:sldId id="296" r:id="rId11"/>
    <p:sldId id="297" r:id="rId12"/>
    <p:sldId id="298" r:id="rId13"/>
    <p:sldId id="299" r:id="rId14"/>
    <p:sldId id="300" r:id="rId15"/>
    <p:sldId id="295" r:id="rId16"/>
    <p:sldId id="289" r:id="rId17"/>
    <p:sldId id="291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9F00"/>
    <a:srgbClr val="0F4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58CF3-8DDA-4AAA-B585-D51F2BD797FA}" v="54" dt="2026-05-25T04:13:13.636"/>
    <p1510:client id="{9C7CD8FF-1863-44B8-AC04-B21F9B81BD4C}" v="24" dt="2026-05-25T02:16:41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24" autoAdjust="0"/>
    <p:restoredTop sz="80627" autoAdjust="0"/>
  </p:normalViewPr>
  <p:slideViewPr>
    <p:cSldViewPr snapToGrid="0">
      <p:cViewPr varScale="1">
        <p:scale>
          <a:sx n="51" d="100"/>
          <a:sy n="51" d="100"/>
        </p:scale>
        <p:origin x="8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Dauksevic" userId="2f1c905f-7f49-4bc6-afbc-ba68b1c04002" providerId="ADAL" clId="{6A3C3440-FFD6-4F8B-9999-3FEFD44931DA}"/>
    <pc:docChg chg="undo redo custSel addSld delSld modSld sldOrd modMainMaster">
      <pc:chgData name="Daniel Dauksevic" userId="2f1c905f-7f49-4bc6-afbc-ba68b1c04002" providerId="ADAL" clId="{6A3C3440-FFD6-4F8B-9999-3FEFD44931DA}" dt="2026-05-25T04:13:46.573" v="2935" actId="12"/>
      <pc:docMkLst>
        <pc:docMk/>
      </pc:docMkLst>
      <pc:sldChg chg="addSp delSp modSp new mod modTransition setBg">
        <pc:chgData name="Daniel Dauksevic" userId="2f1c905f-7f49-4bc6-afbc-ba68b1c04002" providerId="ADAL" clId="{6A3C3440-FFD6-4F8B-9999-3FEFD44931DA}" dt="2026-05-25T04:10:25.944" v="2896"/>
        <pc:sldMkLst>
          <pc:docMk/>
          <pc:sldMk cId="4090654243" sldId="256"/>
        </pc:sldMkLst>
        <pc:spChg chg="add del mod">
          <ac:chgData name="Daniel Dauksevic" userId="2f1c905f-7f49-4bc6-afbc-ba68b1c04002" providerId="ADAL" clId="{6A3C3440-FFD6-4F8B-9999-3FEFD44931DA}" dt="2026-05-25T04:10:15.603" v="2894"/>
          <ac:spMkLst>
            <pc:docMk/>
            <pc:sldMk cId="4090654243" sldId="256"/>
            <ac:spMk id="2" creationId="{EDB29399-20A8-D205-4E96-AE2CD9AC8018}"/>
          </ac:spMkLst>
        </pc:spChg>
        <pc:spChg chg="add mod">
          <ac:chgData name="Daniel Dauksevic" userId="2f1c905f-7f49-4bc6-afbc-ba68b1c04002" providerId="ADAL" clId="{6A3C3440-FFD6-4F8B-9999-3FEFD44931DA}" dt="2026-05-25T04:10:25.944" v="2896"/>
          <ac:spMkLst>
            <pc:docMk/>
            <pc:sldMk cId="4090654243" sldId="256"/>
            <ac:spMk id="3" creationId="{C6A0C6C3-B463-5D37-D9A0-0DEB56ED652F}"/>
          </ac:spMkLst>
        </pc:spChg>
        <pc:spChg chg="add del">
          <ac:chgData name="Daniel Dauksevic" userId="2f1c905f-7f49-4bc6-afbc-ba68b1c04002" providerId="ADAL" clId="{6A3C3440-FFD6-4F8B-9999-3FEFD44931DA}" dt="2026-05-25T01:44:45.020" v="1729" actId="22"/>
          <ac:spMkLst>
            <pc:docMk/>
            <pc:sldMk cId="4090654243" sldId="256"/>
            <ac:spMk id="4" creationId="{EB674BCD-139C-9B6D-3C03-90C8A6F1776F}"/>
          </ac:spMkLst>
        </pc:spChg>
        <pc:spChg chg="add mod">
          <ac:chgData name="Daniel Dauksevic" userId="2f1c905f-7f49-4bc6-afbc-ba68b1c04002" providerId="ADAL" clId="{6A3C3440-FFD6-4F8B-9999-3FEFD44931DA}" dt="2026-05-25T04:10:25.944" v="2896"/>
          <ac:spMkLst>
            <pc:docMk/>
            <pc:sldMk cId="4090654243" sldId="256"/>
            <ac:spMk id="5" creationId="{8D1EA058-F728-8CCC-C407-53671F74FA25}"/>
          </ac:spMkLst>
        </pc:spChg>
        <pc:spChg chg="add mod">
          <ac:chgData name="Daniel Dauksevic" userId="2f1c905f-7f49-4bc6-afbc-ba68b1c04002" providerId="ADAL" clId="{6A3C3440-FFD6-4F8B-9999-3FEFD44931DA}" dt="2026-05-25T04:10:25.944" v="2896"/>
          <ac:spMkLst>
            <pc:docMk/>
            <pc:sldMk cId="4090654243" sldId="256"/>
            <ac:spMk id="7" creationId="{52478D11-79D9-806D-EBE9-EF20D331377A}"/>
          </ac:spMkLst>
        </pc:spChg>
        <pc:spChg chg="add mod">
          <ac:chgData name="Daniel Dauksevic" userId="2f1c905f-7f49-4bc6-afbc-ba68b1c04002" providerId="ADAL" clId="{6A3C3440-FFD6-4F8B-9999-3FEFD44931DA}" dt="2026-05-25T04:10:25.944" v="2896"/>
          <ac:spMkLst>
            <pc:docMk/>
            <pc:sldMk cId="4090654243" sldId="256"/>
            <ac:spMk id="9" creationId="{CBE490A9-D79D-C9C8-C3A7-26762A5F11D9}"/>
          </ac:spMkLst>
        </pc:spChg>
      </pc:sldChg>
      <pc:sldChg chg="addSp delSp modSp new add del mod ord modTransition modNotesTx">
        <pc:chgData name="Daniel Dauksevic" userId="2f1c905f-7f49-4bc6-afbc-ba68b1c04002" providerId="ADAL" clId="{6A3C3440-FFD6-4F8B-9999-3FEFD44931DA}" dt="2026-05-25T03:53:23.380" v="2889" actId="2696"/>
        <pc:sldMkLst>
          <pc:docMk/>
          <pc:sldMk cId="1712905697" sldId="257"/>
        </pc:sldMkLst>
        <pc:spChg chg="add mod">
          <ac:chgData name="Daniel Dauksevic" userId="2f1c905f-7f49-4bc6-afbc-ba68b1c04002" providerId="ADAL" clId="{6A3C3440-FFD6-4F8B-9999-3FEFD44931DA}" dt="2026-05-25T02:32:29.375" v="2577" actId="207"/>
          <ac:spMkLst>
            <pc:docMk/>
            <pc:sldMk cId="1712905697" sldId="257"/>
            <ac:spMk id="3" creationId="{B2D90FA6-EE8C-4EA9-FE42-2671358BDB14}"/>
          </ac:spMkLst>
        </pc:spChg>
        <pc:picChg chg="add mod">
          <ac:chgData name="Daniel Dauksevic" userId="2f1c905f-7f49-4bc6-afbc-ba68b1c04002" providerId="ADAL" clId="{6A3C3440-FFD6-4F8B-9999-3FEFD44931DA}" dt="2026-05-25T02:32:23.869" v="2576" actId="1076"/>
          <ac:picMkLst>
            <pc:docMk/>
            <pc:sldMk cId="1712905697" sldId="257"/>
            <ac:picMk id="2" creationId="{F999236E-3E87-62B7-F549-1A34C9B3239C}"/>
          </ac:picMkLst>
        </pc:picChg>
        <pc:picChg chg="add del mod">
          <ac:chgData name="Daniel Dauksevic" userId="2f1c905f-7f49-4bc6-afbc-ba68b1c04002" providerId="ADAL" clId="{6A3C3440-FFD6-4F8B-9999-3FEFD44931DA}" dt="2026-05-25T02:16:40.731" v="2196" actId="21"/>
          <ac:picMkLst>
            <pc:docMk/>
            <pc:sldMk cId="1712905697" sldId="257"/>
            <ac:picMk id="4" creationId="{F9C81F0A-38AE-3104-077F-1DB53B3AAB00}"/>
          </ac:picMkLst>
        </pc:picChg>
        <pc:picChg chg="add del">
          <ac:chgData name="Daniel Dauksevic" userId="2f1c905f-7f49-4bc6-afbc-ba68b1c04002" providerId="ADAL" clId="{6A3C3440-FFD6-4F8B-9999-3FEFD44931DA}" dt="2026-05-25T02:32:19.296" v="2573" actId="478"/>
          <ac:picMkLst>
            <pc:docMk/>
            <pc:sldMk cId="1712905697" sldId="257"/>
            <ac:picMk id="9" creationId="{2A2021B6-A6B6-7D99-BD89-D194A2E9EF56}"/>
          </ac:picMkLst>
        </pc:picChg>
      </pc:sldChg>
      <pc:sldChg chg="addSp delSp modSp add del mod ord modTransition modNotesTx">
        <pc:chgData name="Daniel Dauksevic" userId="2f1c905f-7f49-4bc6-afbc-ba68b1c04002" providerId="ADAL" clId="{6A3C3440-FFD6-4F8B-9999-3FEFD44931DA}" dt="2026-05-25T01:59:42.392" v="2137" actId="2696"/>
        <pc:sldMkLst>
          <pc:docMk/>
          <pc:sldMk cId="2027931348" sldId="258"/>
        </pc:sldMkLst>
      </pc:sldChg>
      <pc:sldChg chg="addSp delSp modSp add del mod modTransition">
        <pc:chgData name="Daniel Dauksevic" userId="2f1c905f-7f49-4bc6-afbc-ba68b1c04002" providerId="ADAL" clId="{6A3C3440-FFD6-4F8B-9999-3FEFD44931DA}" dt="2026-05-25T01:59:45.667" v="2138" actId="2696"/>
        <pc:sldMkLst>
          <pc:docMk/>
          <pc:sldMk cId="2832556141" sldId="259"/>
        </pc:sldMkLst>
      </pc:sldChg>
      <pc:sldChg chg="addSp modSp add del mod ord modTransition modNotesTx">
        <pc:chgData name="Daniel Dauksevic" userId="2f1c905f-7f49-4bc6-afbc-ba68b1c04002" providerId="ADAL" clId="{6A3C3440-FFD6-4F8B-9999-3FEFD44931DA}" dt="2026-05-25T01:51:46.627" v="1953" actId="2696"/>
        <pc:sldMkLst>
          <pc:docMk/>
          <pc:sldMk cId="392763282" sldId="260"/>
        </pc:sldMkLst>
      </pc:sldChg>
      <pc:sldChg chg="addSp add del mod">
        <pc:chgData name="Daniel Dauksevic" userId="2f1c905f-7f49-4bc6-afbc-ba68b1c04002" providerId="ADAL" clId="{6A3C3440-FFD6-4F8B-9999-3FEFD44931DA}" dt="2026-05-19T00:27:41.598" v="293" actId="2696"/>
        <pc:sldMkLst>
          <pc:docMk/>
          <pc:sldMk cId="4269212419" sldId="261"/>
        </pc:sldMkLst>
      </pc:sldChg>
      <pc:sldChg chg="addSp add del mod">
        <pc:chgData name="Daniel Dauksevic" userId="2f1c905f-7f49-4bc6-afbc-ba68b1c04002" providerId="ADAL" clId="{6A3C3440-FFD6-4F8B-9999-3FEFD44931DA}" dt="2026-05-19T00:27:45.003" v="294" actId="2696"/>
        <pc:sldMkLst>
          <pc:docMk/>
          <pc:sldMk cId="1862393328" sldId="262"/>
        </pc:sldMkLst>
      </pc:sldChg>
      <pc:sldChg chg="modSp add del mod ord modTransition">
        <pc:chgData name="Daniel Dauksevic" userId="2f1c905f-7f49-4bc6-afbc-ba68b1c04002" providerId="ADAL" clId="{6A3C3440-FFD6-4F8B-9999-3FEFD44931DA}" dt="2026-05-25T01:51:02.667" v="1951" actId="2696"/>
        <pc:sldMkLst>
          <pc:docMk/>
          <pc:sldMk cId="1936144300" sldId="264"/>
        </pc:sldMkLst>
      </pc:sldChg>
      <pc:sldChg chg="modSp add mod ord">
        <pc:chgData name="Daniel Dauksevic" userId="2f1c905f-7f49-4bc6-afbc-ba68b1c04002" providerId="ADAL" clId="{6A3C3440-FFD6-4F8B-9999-3FEFD44931DA}" dt="2026-05-25T04:12:31.215" v="2914" actId="12"/>
        <pc:sldMkLst>
          <pc:docMk/>
          <pc:sldMk cId="201102332" sldId="270"/>
        </pc:sldMkLst>
        <pc:spChg chg="mod">
          <ac:chgData name="Daniel Dauksevic" userId="2f1c905f-7f49-4bc6-afbc-ba68b1c04002" providerId="ADAL" clId="{6A3C3440-FFD6-4F8B-9999-3FEFD44931DA}" dt="2026-05-25T04:12:18.719" v="2911" actId="207"/>
          <ac:spMkLst>
            <pc:docMk/>
            <pc:sldMk cId="201102332" sldId="270"/>
            <ac:spMk id="3" creationId="{9F798434-74DC-12A3-2571-F4DC115706CF}"/>
          </ac:spMkLst>
        </pc:spChg>
        <pc:spChg chg="mod">
          <ac:chgData name="Daniel Dauksevic" userId="2f1c905f-7f49-4bc6-afbc-ba68b1c04002" providerId="ADAL" clId="{6A3C3440-FFD6-4F8B-9999-3FEFD44931DA}" dt="2026-05-25T04:12:31.215" v="2914" actId="12"/>
          <ac:spMkLst>
            <pc:docMk/>
            <pc:sldMk cId="201102332" sldId="270"/>
            <ac:spMk id="4" creationId="{CB5D6484-B69A-953F-D9FD-19FF3A0FA816}"/>
          </ac:spMkLst>
        </pc:spChg>
      </pc:sldChg>
      <pc:sldChg chg="delSp modSp add del mod ord modTransition modNotesTx">
        <pc:chgData name="Daniel Dauksevic" userId="2f1c905f-7f49-4bc6-afbc-ba68b1c04002" providerId="ADAL" clId="{6A3C3440-FFD6-4F8B-9999-3FEFD44931DA}" dt="2026-05-25T02:17:24.965" v="2199" actId="2696"/>
        <pc:sldMkLst>
          <pc:docMk/>
          <pc:sldMk cId="840046218" sldId="274"/>
        </pc:sldMkLst>
        <pc:spChg chg="mod">
          <ac:chgData name="Daniel Dauksevic" userId="2f1c905f-7f49-4bc6-afbc-ba68b1c04002" providerId="ADAL" clId="{6A3C3440-FFD6-4F8B-9999-3FEFD44931DA}" dt="2026-05-25T01:48:22.298" v="1948" actId="255"/>
          <ac:spMkLst>
            <pc:docMk/>
            <pc:sldMk cId="840046218" sldId="274"/>
            <ac:spMk id="3" creationId="{8B84A388-B45B-D2F5-CC48-6358493270DD}"/>
          </ac:spMkLst>
        </pc:spChg>
      </pc:sldChg>
      <pc:sldChg chg="addSp delSp modSp add mod">
        <pc:chgData name="Daniel Dauksevic" userId="2f1c905f-7f49-4bc6-afbc-ba68b1c04002" providerId="ADAL" clId="{6A3C3440-FFD6-4F8B-9999-3FEFD44931DA}" dt="2026-05-25T04:11:53.646" v="2906" actId="207"/>
        <pc:sldMkLst>
          <pc:docMk/>
          <pc:sldMk cId="3503121989" sldId="275"/>
        </pc:sldMkLst>
        <pc:spChg chg="mod">
          <ac:chgData name="Daniel Dauksevic" userId="2f1c905f-7f49-4bc6-afbc-ba68b1c04002" providerId="ADAL" clId="{6A3C3440-FFD6-4F8B-9999-3FEFD44931DA}" dt="2026-05-25T04:10:34.899" v="2897" actId="207"/>
          <ac:spMkLst>
            <pc:docMk/>
            <pc:sldMk cId="3503121989" sldId="275"/>
            <ac:spMk id="3" creationId="{E07FB6F1-6443-E5E6-B34E-E2B2FE3776D8}"/>
          </ac:spMkLst>
        </pc:spChg>
        <pc:spChg chg="mod">
          <ac:chgData name="Daniel Dauksevic" userId="2f1c905f-7f49-4bc6-afbc-ba68b1c04002" providerId="ADAL" clId="{6A3C3440-FFD6-4F8B-9999-3FEFD44931DA}" dt="2026-05-25T04:11:53.646" v="2906" actId="207"/>
          <ac:spMkLst>
            <pc:docMk/>
            <pc:sldMk cId="3503121989" sldId="275"/>
            <ac:spMk id="4" creationId="{BCC62E2B-3AA3-8CB7-2621-06B65B451E42}"/>
          </ac:spMkLst>
        </pc:spChg>
        <pc:spChg chg="del">
          <ac:chgData name="Daniel Dauksevic" userId="2f1c905f-7f49-4bc6-afbc-ba68b1c04002" providerId="ADAL" clId="{6A3C3440-FFD6-4F8B-9999-3FEFD44931DA}" dt="2026-05-25T01:51:52.949" v="1955" actId="478"/>
          <ac:spMkLst>
            <pc:docMk/>
            <pc:sldMk cId="3503121989" sldId="275"/>
            <ac:spMk id="5" creationId="{500CD640-8C92-23B8-EDFE-97C03772E996}"/>
          </ac:spMkLst>
        </pc:spChg>
        <pc:spChg chg="add del mod">
          <ac:chgData name="Daniel Dauksevic" userId="2f1c905f-7f49-4bc6-afbc-ba68b1c04002" providerId="ADAL" clId="{6A3C3440-FFD6-4F8B-9999-3FEFD44931DA}" dt="2026-05-25T02:25:00.664" v="2221" actId="478"/>
          <ac:spMkLst>
            <pc:docMk/>
            <pc:sldMk cId="3503121989" sldId="275"/>
            <ac:spMk id="5" creationId="{F0DC48F5-1B3B-86F9-D700-3071B0958854}"/>
          </ac:spMkLst>
        </pc:spChg>
        <pc:picChg chg="del">
          <ac:chgData name="Daniel Dauksevic" userId="2f1c905f-7f49-4bc6-afbc-ba68b1c04002" providerId="ADAL" clId="{6A3C3440-FFD6-4F8B-9999-3FEFD44931DA}" dt="2026-05-25T01:51:50.951" v="1954" actId="478"/>
          <ac:picMkLst>
            <pc:docMk/>
            <pc:sldMk cId="3503121989" sldId="275"/>
            <ac:picMk id="2" creationId="{EFEB76E3-2C82-BAF4-F9B7-CACEAC02D66F}"/>
          </ac:picMkLst>
        </pc:picChg>
      </pc:sldChg>
      <pc:sldChg chg="addSp delSp modSp add del mod modTransition">
        <pc:chgData name="Daniel Dauksevic" userId="2f1c905f-7f49-4bc6-afbc-ba68b1c04002" providerId="ADAL" clId="{6A3C3440-FFD6-4F8B-9999-3FEFD44931DA}" dt="2026-05-19T06:36:56.429" v="1727" actId="2696"/>
        <pc:sldMkLst>
          <pc:docMk/>
          <pc:sldMk cId="3530741851" sldId="275"/>
        </pc:sldMkLst>
      </pc:sldChg>
      <pc:sldChg chg="modSp add del mod">
        <pc:chgData name="Daniel Dauksevic" userId="2f1c905f-7f49-4bc6-afbc-ba68b1c04002" providerId="ADAL" clId="{6A3C3440-FFD6-4F8B-9999-3FEFD44931DA}" dt="2026-05-19T04:41:33.344" v="1081" actId="2696"/>
        <pc:sldMkLst>
          <pc:docMk/>
          <pc:sldMk cId="430038428" sldId="276"/>
        </pc:sldMkLst>
      </pc:sldChg>
      <pc:sldChg chg="addSp delSp modSp add del mod ord modTransition modAnim">
        <pc:chgData name="Daniel Dauksevic" userId="2f1c905f-7f49-4bc6-afbc-ba68b1c04002" providerId="ADAL" clId="{6A3C3440-FFD6-4F8B-9999-3FEFD44931DA}" dt="2026-05-25T01:59:42.392" v="2137" actId="2696"/>
        <pc:sldMkLst>
          <pc:docMk/>
          <pc:sldMk cId="1474373174" sldId="277"/>
        </pc:sldMkLst>
      </pc:sldChg>
      <pc:sldChg chg="addSp delSp modSp add del mod ord modTransition">
        <pc:chgData name="Daniel Dauksevic" userId="2f1c905f-7f49-4bc6-afbc-ba68b1c04002" providerId="ADAL" clId="{6A3C3440-FFD6-4F8B-9999-3FEFD44931DA}" dt="2026-05-25T04:12:01.104" v="2907" actId="12"/>
        <pc:sldMkLst>
          <pc:docMk/>
          <pc:sldMk cId="3462196983" sldId="278"/>
        </pc:sldMkLst>
        <pc:spChg chg="add mod">
          <ac:chgData name="Daniel Dauksevic" userId="2f1c905f-7f49-4bc6-afbc-ba68b1c04002" providerId="ADAL" clId="{6A3C3440-FFD6-4F8B-9999-3FEFD44931DA}" dt="2026-05-25T04:12:01.104" v="2907" actId="12"/>
          <ac:spMkLst>
            <pc:docMk/>
            <pc:sldMk cId="3462196983" sldId="278"/>
            <ac:spMk id="2" creationId="{33315E2A-4CD1-BE41-EAD9-DDA011F201CC}"/>
          </ac:spMkLst>
        </pc:spChg>
        <pc:spChg chg="mod">
          <ac:chgData name="Daniel Dauksevic" userId="2f1c905f-7f49-4bc6-afbc-ba68b1c04002" providerId="ADAL" clId="{6A3C3440-FFD6-4F8B-9999-3FEFD44931DA}" dt="2026-05-25T04:11:14.716" v="2900" actId="207"/>
          <ac:spMkLst>
            <pc:docMk/>
            <pc:sldMk cId="3462196983" sldId="278"/>
            <ac:spMk id="3" creationId="{B3DEA33A-1116-7181-4AB8-D6EA347B66D8}"/>
          </ac:spMkLst>
        </pc:spChg>
        <pc:spChg chg="add del mod">
          <ac:chgData name="Daniel Dauksevic" userId="2f1c905f-7f49-4bc6-afbc-ba68b1c04002" providerId="ADAL" clId="{6A3C3440-FFD6-4F8B-9999-3FEFD44931DA}" dt="2026-05-25T02:15:08.359" v="2164" actId="478"/>
          <ac:spMkLst>
            <pc:docMk/>
            <pc:sldMk cId="3462196983" sldId="278"/>
            <ac:spMk id="4" creationId="{4180CE8C-A4A5-C90F-7381-1DA94326EE3A}"/>
          </ac:spMkLst>
        </pc:spChg>
      </pc:sldChg>
      <pc:sldChg chg="add del ord modTransition">
        <pc:chgData name="Daniel Dauksevic" userId="2f1c905f-7f49-4bc6-afbc-ba68b1c04002" providerId="ADAL" clId="{6A3C3440-FFD6-4F8B-9999-3FEFD44931DA}" dt="2026-05-25T01:59:42.392" v="2137" actId="2696"/>
        <pc:sldMkLst>
          <pc:docMk/>
          <pc:sldMk cId="1365788523" sldId="279"/>
        </pc:sldMkLst>
      </pc:sldChg>
      <pc:sldChg chg="delSp modSp add del mod modAnim">
        <pc:chgData name="Daniel Dauksevic" userId="2f1c905f-7f49-4bc6-afbc-ba68b1c04002" providerId="ADAL" clId="{6A3C3440-FFD6-4F8B-9999-3FEFD44931DA}" dt="2026-05-19T04:49:28.871" v="1190" actId="2696"/>
        <pc:sldMkLst>
          <pc:docMk/>
          <pc:sldMk cId="471795142" sldId="280"/>
        </pc:sldMkLst>
      </pc:sldChg>
      <pc:sldChg chg="add del modTransition">
        <pc:chgData name="Daniel Dauksevic" userId="2f1c905f-7f49-4bc6-afbc-ba68b1c04002" providerId="ADAL" clId="{6A3C3440-FFD6-4F8B-9999-3FEFD44931DA}" dt="2026-05-25T01:59:42.392" v="2137" actId="2696"/>
        <pc:sldMkLst>
          <pc:docMk/>
          <pc:sldMk cId="3335909343" sldId="281"/>
        </pc:sldMkLst>
      </pc:sldChg>
      <pc:sldChg chg="add del modTransition modAnim">
        <pc:chgData name="Daniel Dauksevic" userId="2f1c905f-7f49-4bc6-afbc-ba68b1c04002" providerId="ADAL" clId="{6A3C3440-FFD6-4F8B-9999-3FEFD44931DA}" dt="2026-05-25T01:59:42.392" v="2137" actId="2696"/>
        <pc:sldMkLst>
          <pc:docMk/>
          <pc:sldMk cId="2967860831" sldId="282"/>
        </pc:sldMkLst>
      </pc:sldChg>
      <pc:sldChg chg="modSp add del mod">
        <pc:chgData name="Daniel Dauksevic" userId="2f1c905f-7f49-4bc6-afbc-ba68b1c04002" providerId="ADAL" clId="{6A3C3440-FFD6-4F8B-9999-3FEFD44931DA}" dt="2026-05-25T01:49:51.102" v="1949" actId="2696"/>
        <pc:sldMkLst>
          <pc:docMk/>
          <pc:sldMk cId="2065394221" sldId="283"/>
        </pc:sldMkLst>
      </pc:sldChg>
      <pc:sldChg chg="add del">
        <pc:chgData name="Daniel Dauksevic" userId="2f1c905f-7f49-4bc6-afbc-ba68b1c04002" providerId="ADAL" clId="{6A3C3440-FFD6-4F8B-9999-3FEFD44931DA}" dt="2026-05-19T04:49:31.096" v="1191" actId="2696"/>
        <pc:sldMkLst>
          <pc:docMk/>
          <pc:sldMk cId="2698378791" sldId="283"/>
        </pc:sldMkLst>
      </pc:sldChg>
      <pc:sldChg chg="add del">
        <pc:chgData name="Daniel Dauksevic" userId="2f1c905f-7f49-4bc6-afbc-ba68b1c04002" providerId="ADAL" clId="{6A3C3440-FFD6-4F8B-9999-3FEFD44931DA}" dt="2026-05-19T06:35:54.318" v="1711"/>
        <pc:sldMkLst>
          <pc:docMk/>
          <pc:sldMk cId="287046977" sldId="284"/>
        </pc:sldMkLst>
      </pc:sldChg>
      <pc:sldChg chg="add del">
        <pc:chgData name="Daniel Dauksevic" userId="2f1c905f-7f49-4bc6-afbc-ba68b1c04002" providerId="ADAL" clId="{6A3C3440-FFD6-4F8B-9999-3FEFD44931DA}" dt="2026-05-25T01:51:46.627" v="1953" actId="2696"/>
        <pc:sldMkLst>
          <pc:docMk/>
          <pc:sldMk cId="3248905192" sldId="284"/>
        </pc:sldMkLst>
      </pc:sldChg>
      <pc:sldChg chg="modSp add del mod">
        <pc:chgData name="Daniel Dauksevic" userId="2f1c905f-7f49-4bc6-afbc-ba68b1c04002" providerId="ADAL" clId="{6A3C3440-FFD6-4F8B-9999-3FEFD44931DA}" dt="2026-05-19T06:36:31.641" v="1726" actId="2696"/>
        <pc:sldMkLst>
          <pc:docMk/>
          <pc:sldMk cId="2086074494" sldId="285"/>
        </pc:sldMkLst>
      </pc:sldChg>
      <pc:sldChg chg="add del">
        <pc:chgData name="Daniel Dauksevic" userId="2f1c905f-7f49-4bc6-afbc-ba68b1c04002" providerId="ADAL" clId="{6A3C3440-FFD6-4F8B-9999-3FEFD44931DA}" dt="2026-05-19T06:35:54.102" v="1710"/>
        <pc:sldMkLst>
          <pc:docMk/>
          <pc:sldMk cId="2104298559" sldId="285"/>
        </pc:sldMkLst>
      </pc:sldChg>
      <pc:sldChg chg="modSp add mod modShow">
        <pc:chgData name="Daniel Dauksevic" userId="2f1c905f-7f49-4bc6-afbc-ba68b1c04002" providerId="ADAL" clId="{6A3C3440-FFD6-4F8B-9999-3FEFD44931DA}" dt="2026-05-25T03:53:19.816" v="2888" actId="729"/>
        <pc:sldMkLst>
          <pc:docMk/>
          <pc:sldMk cId="3737153809" sldId="285"/>
        </pc:sldMkLst>
        <pc:spChg chg="mod">
          <ac:chgData name="Daniel Dauksevic" userId="2f1c905f-7f49-4bc6-afbc-ba68b1c04002" providerId="ADAL" clId="{6A3C3440-FFD6-4F8B-9999-3FEFD44931DA}" dt="2026-05-25T02:27:23.364" v="2316"/>
          <ac:spMkLst>
            <pc:docMk/>
            <pc:sldMk cId="3737153809" sldId="285"/>
            <ac:spMk id="4" creationId="{EBA1439F-4F5A-A4F3-BDB9-1F412F6C494A}"/>
          </ac:spMkLst>
        </pc:spChg>
      </pc:sldChg>
      <pc:sldChg chg="modSp add del mod">
        <pc:chgData name="Daniel Dauksevic" userId="2f1c905f-7f49-4bc6-afbc-ba68b1c04002" providerId="ADAL" clId="{6A3C3440-FFD6-4F8B-9999-3FEFD44931DA}" dt="2026-05-25T02:25:16.885" v="2231" actId="2696"/>
        <pc:sldMkLst>
          <pc:docMk/>
          <pc:sldMk cId="2148589584" sldId="286"/>
        </pc:sldMkLst>
        <pc:spChg chg="mod">
          <ac:chgData name="Daniel Dauksevic" userId="2f1c905f-7f49-4bc6-afbc-ba68b1c04002" providerId="ADAL" clId="{6A3C3440-FFD6-4F8B-9999-3FEFD44931DA}" dt="2026-05-25T01:58:57.923" v="2136" actId="1076"/>
          <ac:spMkLst>
            <pc:docMk/>
            <pc:sldMk cId="2148589584" sldId="286"/>
            <ac:spMk id="9" creationId="{FF27B628-4CBD-1AC5-A445-9162CE0FA243}"/>
          </ac:spMkLst>
        </pc:spChg>
      </pc:sldChg>
      <pc:sldChg chg="add del">
        <pc:chgData name="Daniel Dauksevic" userId="2f1c905f-7f49-4bc6-afbc-ba68b1c04002" providerId="ADAL" clId="{6A3C3440-FFD6-4F8B-9999-3FEFD44931DA}" dt="2026-05-19T06:35:53.916" v="1709"/>
        <pc:sldMkLst>
          <pc:docMk/>
          <pc:sldMk cId="2355919199" sldId="286"/>
        </pc:sldMkLst>
      </pc:sldChg>
      <pc:sldChg chg="add del">
        <pc:chgData name="Daniel Dauksevic" userId="2f1c905f-7f49-4bc6-afbc-ba68b1c04002" providerId="ADAL" clId="{6A3C3440-FFD6-4F8B-9999-3FEFD44931DA}" dt="2026-05-19T06:36:15.952" v="1723"/>
        <pc:sldMkLst>
          <pc:docMk/>
          <pc:sldMk cId="2885753483" sldId="286"/>
        </pc:sldMkLst>
      </pc:sldChg>
      <pc:sldChg chg="add del">
        <pc:chgData name="Daniel Dauksevic" userId="2f1c905f-7f49-4bc6-afbc-ba68b1c04002" providerId="ADAL" clId="{6A3C3440-FFD6-4F8B-9999-3FEFD44931DA}" dt="2026-05-19T06:36:15.078" v="1722"/>
        <pc:sldMkLst>
          <pc:docMk/>
          <pc:sldMk cId="703890104" sldId="287"/>
        </pc:sldMkLst>
      </pc:sldChg>
      <pc:sldChg chg="addSp delSp modSp add mod">
        <pc:chgData name="Daniel Dauksevic" userId="2f1c905f-7f49-4bc6-afbc-ba68b1c04002" providerId="ADAL" clId="{6A3C3440-FFD6-4F8B-9999-3FEFD44931DA}" dt="2026-05-25T04:12:41.766" v="2916" actId="207"/>
        <pc:sldMkLst>
          <pc:docMk/>
          <pc:sldMk cId="1209523753" sldId="287"/>
        </pc:sldMkLst>
        <pc:spChg chg="del">
          <ac:chgData name="Daniel Dauksevic" userId="2f1c905f-7f49-4bc6-afbc-ba68b1c04002" providerId="ADAL" clId="{6A3C3440-FFD6-4F8B-9999-3FEFD44931DA}" dt="2026-05-25T02:13:13.524" v="2140" actId="478"/>
          <ac:spMkLst>
            <pc:docMk/>
            <pc:sldMk cId="1209523753" sldId="287"/>
            <ac:spMk id="3" creationId="{8E307FA1-5AB3-87B0-5F58-557FC497B25E}"/>
          </ac:spMkLst>
        </pc:spChg>
        <pc:spChg chg="add mod">
          <ac:chgData name="Daniel Dauksevic" userId="2f1c905f-7f49-4bc6-afbc-ba68b1c04002" providerId="ADAL" clId="{6A3C3440-FFD6-4F8B-9999-3FEFD44931DA}" dt="2026-05-25T04:12:41.766" v="2916" actId="207"/>
          <ac:spMkLst>
            <pc:docMk/>
            <pc:sldMk cId="1209523753" sldId="287"/>
            <ac:spMk id="3" creationId="{F29C9F40-2024-422D-1C26-3FA213142815}"/>
          </ac:spMkLst>
        </pc:spChg>
        <pc:spChg chg="add mod">
          <ac:chgData name="Daniel Dauksevic" userId="2f1c905f-7f49-4bc6-afbc-ba68b1c04002" providerId="ADAL" clId="{6A3C3440-FFD6-4F8B-9999-3FEFD44931DA}" dt="2026-05-25T04:12:41.766" v="2916" actId="207"/>
          <ac:spMkLst>
            <pc:docMk/>
            <pc:sldMk cId="1209523753" sldId="287"/>
            <ac:spMk id="10" creationId="{1074E0DE-F407-6A2B-FF75-BF691F966C9E}"/>
          </ac:spMkLst>
        </pc:spChg>
        <pc:picChg chg="add del mod">
          <ac:chgData name="Daniel Dauksevic" userId="2f1c905f-7f49-4bc6-afbc-ba68b1c04002" providerId="ADAL" clId="{6A3C3440-FFD6-4F8B-9999-3FEFD44931DA}" dt="2026-05-25T02:32:17.512" v="2572" actId="21"/>
          <ac:picMkLst>
            <pc:docMk/>
            <pc:sldMk cId="1209523753" sldId="287"/>
            <ac:picMk id="2" creationId="{F999236E-3E87-62B7-F549-1A34C9B3239C}"/>
          </ac:picMkLst>
        </pc:picChg>
        <pc:picChg chg="add del mod">
          <ac:chgData name="Daniel Dauksevic" userId="2f1c905f-7f49-4bc6-afbc-ba68b1c04002" providerId="ADAL" clId="{6A3C3440-FFD6-4F8B-9999-3FEFD44931DA}" dt="2026-05-25T02:16:17.257" v="2185" actId="21"/>
          <ac:picMkLst>
            <pc:docMk/>
            <pc:sldMk cId="1209523753" sldId="287"/>
            <ac:picMk id="4" creationId="{F9C81F0A-38AE-3104-077F-1DB53B3AAB00}"/>
          </ac:picMkLst>
        </pc:picChg>
        <pc:picChg chg="add del mod">
          <ac:chgData name="Daniel Dauksevic" userId="2f1c905f-7f49-4bc6-afbc-ba68b1c04002" providerId="ADAL" clId="{6A3C3440-FFD6-4F8B-9999-3FEFD44931DA}" dt="2026-05-25T03:16:44.307" v="2764" actId="478"/>
          <ac:picMkLst>
            <pc:docMk/>
            <pc:sldMk cId="1209523753" sldId="287"/>
            <ac:picMk id="5" creationId="{F9C81F0A-38AE-3104-077F-1DB53B3AAB00}"/>
          </ac:picMkLst>
        </pc:picChg>
        <pc:picChg chg="add mod">
          <ac:chgData name="Daniel Dauksevic" userId="2f1c905f-7f49-4bc6-afbc-ba68b1c04002" providerId="ADAL" clId="{6A3C3440-FFD6-4F8B-9999-3FEFD44931DA}" dt="2026-05-25T03:17:16.741" v="2773" actId="1076"/>
          <ac:picMkLst>
            <pc:docMk/>
            <pc:sldMk cId="1209523753" sldId="287"/>
            <ac:picMk id="6" creationId="{7977E431-703A-EE69-A6B5-D8C9CA468CFB}"/>
          </ac:picMkLst>
        </pc:picChg>
        <pc:picChg chg="add mod">
          <ac:chgData name="Daniel Dauksevic" userId="2f1c905f-7f49-4bc6-afbc-ba68b1c04002" providerId="ADAL" clId="{6A3C3440-FFD6-4F8B-9999-3FEFD44931DA}" dt="2026-05-25T03:17:18.909" v="2774" actId="1076"/>
          <ac:picMkLst>
            <pc:docMk/>
            <pc:sldMk cId="1209523753" sldId="287"/>
            <ac:picMk id="8" creationId="{B02388B8-AB5A-FC64-FCB9-31679C44DF6E}"/>
          </ac:picMkLst>
        </pc:picChg>
        <pc:picChg chg="del">
          <ac:chgData name="Daniel Dauksevic" userId="2f1c905f-7f49-4bc6-afbc-ba68b1c04002" providerId="ADAL" clId="{6A3C3440-FFD6-4F8B-9999-3FEFD44931DA}" dt="2026-05-25T02:13:13.524" v="2140" actId="478"/>
          <ac:picMkLst>
            <pc:docMk/>
            <pc:sldMk cId="1209523753" sldId="287"/>
            <ac:picMk id="9" creationId="{5E1D2437-A023-4276-BDA2-210E5600AC30}"/>
          </ac:picMkLst>
        </pc:picChg>
      </pc:sldChg>
      <pc:sldChg chg="addSp modSp add mod ord">
        <pc:chgData name="Daniel Dauksevic" userId="2f1c905f-7f49-4bc6-afbc-ba68b1c04002" providerId="ADAL" clId="{6A3C3440-FFD6-4F8B-9999-3FEFD44931DA}" dt="2026-05-25T04:12:14.157" v="2910" actId="207"/>
        <pc:sldMkLst>
          <pc:docMk/>
          <pc:sldMk cId="152243476" sldId="288"/>
        </pc:sldMkLst>
        <pc:spChg chg="add">
          <ac:chgData name="Daniel Dauksevic" userId="2f1c905f-7f49-4bc6-afbc-ba68b1c04002" providerId="ADAL" clId="{6A3C3440-FFD6-4F8B-9999-3FEFD44931DA}" dt="2026-05-25T02:26:05.302" v="2259"/>
          <ac:spMkLst>
            <pc:docMk/>
            <pc:sldMk cId="152243476" sldId="288"/>
            <ac:spMk id="2" creationId="{549EF159-9264-2B5E-4A03-7C6761A77666}"/>
          </ac:spMkLst>
        </pc:spChg>
        <pc:spChg chg="mod">
          <ac:chgData name="Daniel Dauksevic" userId="2f1c905f-7f49-4bc6-afbc-ba68b1c04002" providerId="ADAL" clId="{6A3C3440-FFD6-4F8B-9999-3FEFD44931DA}" dt="2026-05-25T04:12:14.157" v="2910" actId="207"/>
          <ac:spMkLst>
            <pc:docMk/>
            <pc:sldMk cId="152243476" sldId="288"/>
            <ac:spMk id="3" creationId="{AB5AE0EF-4B8F-BAED-EFDA-79166B1F6532}"/>
          </ac:spMkLst>
        </pc:spChg>
        <pc:spChg chg="mod">
          <ac:chgData name="Daniel Dauksevic" userId="2f1c905f-7f49-4bc6-afbc-ba68b1c04002" providerId="ADAL" clId="{6A3C3440-FFD6-4F8B-9999-3FEFD44931DA}" dt="2026-05-25T04:12:12.353" v="2909" actId="207"/>
          <ac:spMkLst>
            <pc:docMk/>
            <pc:sldMk cId="152243476" sldId="288"/>
            <ac:spMk id="4" creationId="{528A68F0-1BCB-7426-A465-99876C7A976C}"/>
          </ac:spMkLst>
        </pc:spChg>
        <pc:spChg chg="add">
          <ac:chgData name="Daniel Dauksevic" userId="2f1c905f-7f49-4bc6-afbc-ba68b1c04002" providerId="ADAL" clId="{6A3C3440-FFD6-4F8B-9999-3FEFD44931DA}" dt="2026-05-25T02:26:10.315" v="2260"/>
          <ac:spMkLst>
            <pc:docMk/>
            <pc:sldMk cId="152243476" sldId="288"/>
            <ac:spMk id="5" creationId="{0E38845B-EB15-2A17-2D07-2E2C285D4548}"/>
          </ac:spMkLst>
        </pc:spChg>
        <pc:spChg chg="add">
          <ac:chgData name="Daniel Dauksevic" userId="2f1c905f-7f49-4bc6-afbc-ba68b1c04002" providerId="ADAL" clId="{6A3C3440-FFD6-4F8B-9999-3FEFD44931DA}" dt="2026-05-25T02:26:11.829" v="2261"/>
          <ac:spMkLst>
            <pc:docMk/>
            <pc:sldMk cId="152243476" sldId="288"/>
            <ac:spMk id="6" creationId="{A3088A02-3867-1D60-2143-07F0F9177AF9}"/>
          </ac:spMkLst>
        </pc:spChg>
      </pc:sldChg>
      <pc:sldChg chg="modSp add del mod">
        <pc:chgData name="Daniel Dauksevic" userId="2f1c905f-7f49-4bc6-afbc-ba68b1c04002" providerId="ADAL" clId="{6A3C3440-FFD6-4F8B-9999-3FEFD44931DA}" dt="2026-05-25T02:14:28.896" v="2147" actId="2696"/>
        <pc:sldMkLst>
          <pc:docMk/>
          <pc:sldMk cId="2887521805" sldId="288"/>
        </pc:sldMkLst>
        <pc:spChg chg="mod">
          <ac:chgData name="Daniel Dauksevic" userId="2f1c905f-7f49-4bc6-afbc-ba68b1c04002" providerId="ADAL" clId="{6A3C3440-FFD6-4F8B-9999-3FEFD44931DA}" dt="2026-05-25T02:14:19.431" v="2146" actId="20577"/>
          <ac:spMkLst>
            <pc:docMk/>
            <pc:sldMk cId="2887521805" sldId="288"/>
            <ac:spMk id="4" creationId="{7A95ADFA-994E-D74F-C8E4-DECD048422A9}"/>
          </ac:spMkLst>
        </pc:spChg>
      </pc:sldChg>
      <pc:sldChg chg="addSp modSp add mod ord">
        <pc:chgData name="Daniel Dauksevic" userId="2f1c905f-7f49-4bc6-afbc-ba68b1c04002" providerId="ADAL" clId="{6A3C3440-FFD6-4F8B-9999-3FEFD44931DA}" dt="2026-05-25T04:13:24.898" v="2931" actId="12"/>
        <pc:sldMkLst>
          <pc:docMk/>
          <pc:sldMk cId="310936234" sldId="289"/>
        </pc:sldMkLst>
        <pc:spChg chg="add mod">
          <ac:chgData name="Daniel Dauksevic" userId="2f1c905f-7f49-4bc6-afbc-ba68b1c04002" providerId="ADAL" clId="{6A3C3440-FFD6-4F8B-9999-3FEFD44931DA}" dt="2026-05-25T04:13:24.898" v="2931" actId="12"/>
          <ac:spMkLst>
            <pc:docMk/>
            <pc:sldMk cId="310936234" sldId="289"/>
            <ac:spMk id="2" creationId="{9F0A0756-283E-6B76-497B-F1B6B06B541B}"/>
          </ac:spMkLst>
        </pc:spChg>
        <pc:spChg chg="mod">
          <ac:chgData name="Daniel Dauksevic" userId="2f1c905f-7f49-4bc6-afbc-ba68b1c04002" providerId="ADAL" clId="{6A3C3440-FFD6-4F8B-9999-3FEFD44931DA}" dt="2026-05-25T04:13:17.170" v="2930" actId="207"/>
          <ac:spMkLst>
            <pc:docMk/>
            <pc:sldMk cId="310936234" sldId="289"/>
            <ac:spMk id="3" creationId="{A5A0C4B3-5B3B-53CA-02DA-9D3CCD98CFEE}"/>
          </ac:spMkLst>
        </pc:spChg>
      </pc:sldChg>
      <pc:sldChg chg="addSp modSp add mod">
        <pc:chgData name="Daniel Dauksevic" userId="2f1c905f-7f49-4bc6-afbc-ba68b1c04002" providerId="ADAL" clId="{6A3C3440-FFD6-4F8B-9999-3FEFD44931DA}" dt="2026-05-25T04:13:46.573" v="2935" actId="12"/>
        <pc:sldMkLst>
          <pc:docMk/>
          <pc:sldMk cId="2594769785" sldId="290"/>
        </pc:sldMkLst>
        <pc:spChg chg="add mod">
          <ac:chgData name="Daniel Dauksevic" userId="2f1c905f-7f49-4bc6-afbc-ba68b1c04002" providerId="ADAL" clId="{6A3C3440-FFD6-4F8B-9999-3FEFD44931DA}" dt="2026-05-25T04:13:46.573" v="2935" actId="12"/>
          <ac:spMkLst>
            <pc:docMk/>
            <pc:sldMk cId="2594769785" sldId="290"/>
            <ac:spMk id="2" creationId="{196FC801-9C1D-3801-1AE6-EF764DE296DB}"/>
          </ac:spMkLst>
        </pc:spChg>
        <pc:spChg chg="mod">
          <ac:chgData name="Daniel Dauksevic" userId="2f1c905f-7f49-4bc6-afbc-ba68b1c04002" providerId="ADAL" clId="{6A3C3440-FFD6-4F8B-9999-3FEFD44931DA}" dt="2026-05-25T04:13:40.685" v="2934" actId="207"/>
          <ac:spMkLst>
            <pc:docMk/>
            <pc:sldMk cId="2594769785" sldId="290"/>
            <ac:spMk id="3" creationId="{302B4844-1946-DEC8-CC0A-AF7A0F5054F7}"/>
          </ac:spMkLst>
        </pc:spChg>
      </pc:sldChg>
      <pc:sldChg chg="addSp delSp modSp add mod">
        <pc:chgData name="Daniel Dauksevic" userId="2f1c905f-7f49-4bc6-afbc-ba68b1c04002" providerId="ADAL" clId="{6A3C3440-FFD6-4F8B-9999-3FEFD44931DA}" dt="2026-05-25T04:13:36.171" v="2933" actId="12"/>
        <pc:sldMkLst>
          <pc:docMk/>
          <pc:sldMk cId="4187831660" sldId="291"/>
        </pc:sldMkLst>
        <pc:spChg chg="mod">
          <ac:chgData name="Daniel Dauksevic" userId="2f1c905f-7f49-4bc6-afbc-ba68b1c04002" providerId="ADAL" clId="{6A3C3440-FFD6-4F8B-9999-3FEFD44931DA}" dt="2026-05-25T04:13:29.499" v="2932" actId="207"/>
          <ac:spMkLst>
            <pc:docMk/>
            <pc:sldMk cId="4187831660" sldId="291"/>
            <ac:spMk id="3" creationId="{012F619D-3A5F-74D2-D3F4-736853AC9530}"/>
          </ac:spMkLst>
        </pc:spChg>
        <pc:spChg chg="add del mod">
          <ac:chgData name="Daniel Dauksevic" userId="2f1c905f-7f49-4bc6-afbc-ba68b1c04002" providerId="ADAL" clId="{6A3C3440-FFD6-4F8B-9999-3FEFD44931DA}" dt="2026-05-25T02:30:23.849" v="2430"/>
          <ac:spMkLst>
            <pc:docMk/>
            <pc:sldMk cId="4187831660" sldId="291"/>
            <ac:spMk id="4" creationId="{A73DB6B7-E0F3-DA98-E71D-40C3C67F2733}"/>
          </ac:spMkLst>
        </pc:spChg>
        <pc:spChg chg="add mod">
          <ac:chgData name="Daniel Dauksevic" userId="2f1c905f-7f49-4bc6-afbc-ba68b1c04002" providerId="ADAL" clId="{6A3C3440-FFD6-4F8B-9999-3FEFD44931DA}" dt="2026-05-25T02:29:48.990" v="2368"/>
          <ac:spMkLst>
            <pc:docMk/>
            <pc:sldMk cId="4187831660" sldId="291"/>
            <ac:spMk id="5" creationId="{22825DD2-449F-7346-11A9-2B01321DADBE}"/>
          </ac:spMkLst>
        </pc:spChg>
        <pc:spChg chg="add mod">
          <ac:chgData name="Daniel Dauksevic" userId="2f1c905f-7f49-4bc6-afbc-ba68b1c04002" providerId="ADAL" clId="{6A3C3440-FFD6-4F8B-9999-3FEFD44931DA}" dt="2026-05-25T04:13:36.171" v="2933" actId="12"/>
          <ac:spMkLst>
            <pc:docMk/>
            <pc:sldMk cId="4187831660" sldId="291"/>
            <ac:spMk id="6" creationId="{D5ACFB20-DEC0-6E8B-C42B-8DAE5205C731}"/>
          </ac:spMkLst>
        </pc:spChg>
      </pc:sldChg>
      <pc:sldChg chg="modSp add mod">
        <pc:chgData name="Daniel Dauksevic" userId="2f1c905f-7f49-4bc6-afbc-ba68b1c04002" providerId="ADAL" clId="{6A3C3440-FFD6-4F8B-9999-3FEFD44931DA}" dt="2026-05-25T04:12:38.892" v="2915" actId="207"/>
        <pc:sldMkLst>
          <pc:docMk/>
          <pc:sldMk cId="756930732" sldId="292"/>
        </pc:sldMkLst>
        <pc:spChg chg="mod">
          <ac:chgData name="Daniel Dauksevic" userId="2f1c905f-7f49-4bc6-afbc-ba68b1c04002" providerId="ADAL" clId="{6A3C3440-FFD6-4F8B-9999-3FEFD44931DA}" dt="2026-05-25T04:12:38.892" v="2915" actId="207"/>
          <ac:spMkLst>
            <pc:docMk/>
            <pc:sldMk cId="756930732" sldId="292"/>
            <ac:spMk id="3" creationId="{5BD562B9-F7F3-E28C-FC1B-F508BF7EC3F0}"/>
          </ac:spMkLst>
        </pc:spChg>
      </pc:sldChg>
      <pc:sldChg chg="modSp add del mod">
        <pc:chgData name="Daniel Dauksevic" userId="2f1c905f-7f49-4bc6-afbc-ba68b1c04002" providerId="ADAL" clId="{6A3C3440-FFD6-4F8B-9999-3FEFD44931DA}" dt="2026-05-25T03:21:52.723" v="2850" actId="2696"/>
        <pc:sldMkLst>
          <pc:docMk/>
          <pc:sldMk cId="867847055" sldId="293"/>
        </pc:sldMkLst>
        <pc:spChg chg="mod">
          <ac:chgData name="Daniel Dauksevic" userId="2f1c905f-7f49-4bc6-afbc-ba68b1c04002" providerId="ADAL" clId="{6A3C3440-FFD6-4F8B-9999-3FEFD44931DA}" dt="2026-05-25T03:18:56.561" v="2804" actId="20577"/>
          <ac:spMkLst>
            <pc:docMk/>
            <pc:sldMk cId="867847055" sldId="293"/>
            <ac:spMk id="3" creationId="{AF77BE62-5829-F217-3BFC-4C09146ACC81}"/>
          </ac:spMkLst>
        </pc:spChg>
      </pc:sldChg>
      <pc:sldChg chg="addSp delSp modSp add mod">
        <pc:chgData name="Daniel Dauksevic" userId="2f1c905f-7f49-4bc6-afbc-ba68b1c04002" providerId="ADAL" clId="{6A3C3440-FFD6-4F8B-9999-3FEFD44931DA}" dt="2026-05-25T04:12:45.310" v="2917" actId="207"/>
        <pc:sldMkLst>
          <pc:docMk/>
          <pc:sldMk cId="1425988228" sldId="294"/>
        </pc:sldMkLst>
        <pc:spChg chg="mod">
          <ac:chgData name="Daniel Dauksevic" userId="2f1c905f-7f49-4bc6-afbc-ba68b1c04002" providerId="ADAL" clId="{6A3C3440-FFD6-4F8B-9999-3FEFD44931DA}" dt="2026-05-25T04:12:45.310" v="2917" actId="207"/>
          <ac:spMkLst>
            <pc:docMk/>
            <pc:sldMk cId="1425988228" sldId="294"/>
            <ac:spMk id="3" creationId="{D4FCF221-CAE9-0E29-146D-2B5EBBEAA9A3}"/>
          </ac:spMkLst>
        </pc:spChg>
        <pc:picChg chg="add mod">
          <ac:chgData name="Daniel Dauksevic" userId="2f1c905f-7f49-4bc6-afbc-ba68b1c04002" providerId="ADAL" clId="{6A3C3440-FFD6-4F8B-9999-3FEFD44931DA}" dt="2026-05-25T03:22:07.354" v="2856" actId="1076"/>
          <ac:picMkLst>
            <pc:docMk/>
            <pc:sldMk cId="1425988228" sldId="294"/>
            <ac:picMk id="4" creationId="{63EFE3C2-B64C-3116-F8F3-CB9AD8C2204F}"/>
          </ac:picMkLst>
        </pc:picChg>
        <pc:picChg chg="del">
          <ac:chgData name="Daniel Dauksevic" userId="2f1c905f-7f49-4bc6-afbc-ba68b1c04002" providerId="ADAL" clId="{6A3C3440-FFD6-4F8B-9999-3FEFD44931DA}" dt="2026-05-25T03:19:15.841" v="2806" actId="478"/>
          <ac:picMkLst>
            <pc:docMk/>
            <pc:sldMk cId="1425988228" sldId="294"/>
            <ac:picMk id="5" creationId="{F1040DEA-8684-16DB-D52F-F66173A760F0}"/>
          </ac:picMkLst>
        </pc:picChg>
        <pc:picChg chg="add del mod">
          <ac:chgData name="Daniel Dauksevic" userId="2f1c905f-7f49-4bc6-afbc-ba68b1c04002" providerId="ADAL" clId="{6A3C3440-FFD6-4F8B-9999-3FEFD44931DA}" dt="2026-05-25T03:21:56.488" v="2851" actId="478"/>
          <ac:picMkLst>
            <pc:docMk/>
            <pc:sldMk cId="1425988228" sldId="294"/>
            <ac:picMk id="7" creationId="{0CC18A66-94F1-BC37-BB08-65478777E53C}"/>
          </ac:picMkLst>
        </pc:picChg>
        <pc:picChg chg="add del mod">
          <ac:chgData name="Daniel Dauksevic" userId="2f1c905f-7f49-4bc6-afbc-ba68b1c04002" providerId="ADAL" clId="{6A3C3440-FFD6-4F8B-9999-3FEFD44931DA}" dt="2026-05-25T03:21:58.596" v="2852" actId="478"/>
          <ac:picMkLst>
            <pc:docMk/>
            <pc:sldMk cId="1425988228" sldId="294"/>
            <ac:picMk id="9" creationId="{7EE52F37-E75E-4233-5099-D3AD2F061E8F}"/>
          </ac:picMkLst>
        </pc:picChg>
        <pc:picChg chg="add del mod">
          <ac:chgData name="Daniel Dauksevic" userId="2f1c905f-7f49-4bc6-afbc-ba68b1c04002" providerId="ADAL" clId="{6A3C3440-FFD6-4F8B-9999-3FEFD44931DA}" dt="2026-05-25T03:21:56.488" v="2851" actId="478"/>
          <ac:picMkLst>
            <pc:docMk/>
            <pc:sldMk cId="1425988228" sldId="294"/>
            <ac:picMk id="11" creationId="{9A4A1141-AEF9-64D2-AE4F-CA40BBEC843A}"/>
          </ac:picMkLst>
        </pc:picChg>
      </pc:sldChg>
      <pc:sldChg chg="modSp add mod">
        <pc:chgData name="Daniel Dauksevic" userId="2f1c905f-7f49-4bc6-afbc-ba68b1c04002" providerId="ADAL" clId="{6A3C3440-FFD6-4F8B-9999-3FEFD44931DA}" dt="2026-05-25T04:13:13.636" v="2929"/>
        <pc:sldMkLst>
          <pc:docMk/>
          <pc:sldMk cId="1372461451" sldId="295"/>
        </pc:sldMkLst>
        <pc:spChg chg="mod">
          <ac:chgData name="Daniel Dauksevic" userId="2f1c905f-7f49-4bc6-afbc-ba68b1c04002" providerId="ADAL" clId="{6A3C3440-FFD6-4F8B-9999-3FEFD44931DA}" dt="2026-05-25T04:13:13.636" v="2929"/>
          <ac:spMkLst>
            <pc:docMk/>
            <pc:sldMk cId="1372461451" sldId="295"/>
            <ac:spMk id="3" creationId="{2D4635F1-6694-105B-87B5-2A5865C13802}"/>
          </ac:spMkLst>
        </pc:spChg>
      </pc:sldChg>
      <pc:sldChg chg="addSp delSp modSp add mod">
        <pc:chgData name="Daniel Dauksevic" userId="2f1c905f-7f49-4bc6-afbc-ba68b1c04002" providerId="ADAL" clId="{6A3C3440-FFD6-4F8B-9999-3FEFD44931DA}" dt="2026-05-25T04:12:50.010" v="2918" actId="207"/>
        <pc:sldMkLst>
          <pc:docMk/>
          <pc:sldMk cId="3175660952" sldId="296"/>
        </pc:sldMkLst>
        <pc:spChg chg="mod">
          <ac:chgData name="Daniel Dauksevic" userId="2f1c905f-7f49-4bc6-afbc-ba68b1c04002" providerId="ADAL" clId="{6A3C3440-FFD6-4F8B-9999-3FEFD44931DA}" dt="2026-05-25T04:12:50.010" v="2918" actId="207"/>
          <ac:spMkLst>
            <pc:docMk/>
            <pc:sldMk cId="3175660952" sldId="296"/>
            <ac:spMk id="3" creationId="{FB99EC8B-5911-3B68-40EC-F536F645FA57}"/>
          </ac:spMkLst>
        </pc:spChg>
        <pc:picChg chg="add del mod">
          <ac:chgData name="Daniel Dauksevic" userId="2f1c905f-7f49-4bc6-afbc-ba68b1c04002" providerId="ADAL" clId="{6A3C3440-FFD6-4F8B-9999-3FEFD44931DA}" dt="2026-05-25T03:23:30.529" v="2882" actId="21"/>
          <ac:picMkLst>
            <pc:docMk/>
            <pc:sldMk cId="3175660952" sldId="296"/>
            <ac:picMk id="2" creationId="{75271958-BF37-C0A0-81BD-5E4468D4D084}"/>
          </ac:picMkLst>
        </pc:picChg>
        <pc:picChg chg="del">
          <ac:chgData name="Daniel Dauksevic" userId="2f1c905f-7f49-4bc6-afbc-ba68b1c04002" providerId="ADAL" clId="{6A3C3440-FFD6-4F8B-9999-3FEFD44931DA}" dt="2026-05-25T03:22:18.584" v="2857" actId="478"/>
          <ac:picMkLst>
            <pc:docMk/>
            <pc:sldMk cId="3175660952" sldId="296"/>
            <ac:picMk id="4" creationId="{226335D1-CC75-8048-4E38-087443B818C0}"/>
          </ac:picMkLst>
        </pc:picChg>
        <pc:picChg chg="mod">
          <ac:chgData name="Daniel Dauksevic" userId="2f1c905f-7f49-4bc6-afbc-ba68b1c04002" providerId="ADAL" clId="{6A3C3440-FFD6-4F8B-9999-3FEFD44931DA}" dt="2026-05-25T03:22:27.086" v="2862" actId="1076"/>
          <ac:picMkLst>
            <pc:docMk/>
            <pc:sldMk cId="3175660952" sldId="296"/>
            <ac:picMk id="7" creationId="{2B62FEE4-0BA7-0149-BB26-B121E3D021D5}"/>
          </ac:picMkLst>
        </pc:picChg>
        <pc:picChg chg="del">
          <ac:chgData name="Daniel Dauksevic" userId="2f1c905f-7f49-4bc6-afbc-ba68b1c04002" providerId="ADAL" clId="{6A3C3440-FFD6-4F8B-9999-3FEFD44931DA}" dt="2026-05-25T03:22:21.749" v="2859" actId="478"/>
          <ac:picMkLst>
            <pc:docMk/>
            <pc:sldMk cId="3175660952" sldId="296"/>
            <ac:picMk id="9" creationId="{5421E9EC-D8CC-DF4D-A2A3-19461DF8E02F}"/>
          </ac:picMkLst>
        </pc:picChg>
        <pc:picChg chg="del">
          <ac:chgData name="Daniel Dauksevic" userId="2f1c905f-7f49-4bc6-afbc-ba68b1c04002" providerId="ADAL" clId="{6A3C3440-FFD6-4F8B-9999-3FEFD44931DA}" dt="2026-05-25T03:22:19.951" v="2858" actId="478"/>
          <ac:picMkLst>
            <pc:docMk/>
            <pc:sldMk cId="3175660952" sldId="296"/>
            <ac:picMk id="11" creationId="{F476C9A2-BD11-5D89-D86F-97E7279413DE}"/>
          </ac:picMkLst>
        </pc:picChg>
      </pc:sldChg>
      <pc:sldChg chg="delSp modSp add mod">
        <pc:chgData name="Daniel Dauksevic" userId="2f1c905f-7f49-4bc6-afbc-ba68b1c04002" providerId="ADAL" clId="{6A3C3440-FFD6-4F8B-9999-3FEFD44931DA}" dt="2026-05-25T04:12:54.316" v="2920"/>
        <pc:sldMkLst>
          <pc:docMk/>
          <pc:sldMk cId="847519744" sldId="297"/>
        </pc:sldMkLst>
        <pc:spChg chg="mod">
          <ac:chgData name="Daniel Dauksevic" userId="2f1c905f-7f49-4bc6-afbc-ba68b1c04002" providerId="ADAL" clId="{6A3C3440-FFD6-4F8B-9999-3FEFD44931DA}" dt="2026-05-25T04:12:54.316" v="2920"/>
          <ac:spMkLst>
            <pc:docMk/>
            <pc:sldMk cId="847519744" sldId="297"/>
            <ac:spMk id="3" creationId="{2A4ED353-4A43-FC83-7F76-4C283E703D69}"/>
          </ac:spMkLst>
        </pc:spChg>
        <pc:picChg chg="del">
          <ac:chgData name="Daniel Dauksevic" userId="2f1c905f-7f49-4bc6-afbc-ba68b1c04002" providerId="ADAL" clId="{6A3C3440-FFD6-4F8B-9999-3FEFD44931DA}" dt="2026-05-25T03:22:32.102" v="2864" actId="478"/>
          <ac:picMkLst>
            <pc:docMk/>
            <pc:sldMk cId="847519744" sldId="297"/>
            <ac:picMk id="9" creationId="{16721218-85D9-370A-E4A5-C1254657500B}"/>
          </ac:picMkLst>
        </pc:picChg>
        <pc:picChg chg="del">
          <ac:chgData name="Daniel Dauksevic" userId="2f1c905f-7f49-4bc6-afbc-ba68b1c04002" providerId="ADAL" clId="{6A3C3440-FFD6-4F8B-9999-3FEFD44931DA}" dt="2026-05-25T03:22:30.502" v="2863" actId="478"/>
          <ac:picMkLst>
            <pc:docMk/>
            <pc:sldMk cId="847519744" sldId="297"/>
            <ac:picMk id="11" creationId="{1BD4B804-95FC-9EB5-F4CD-84A3A25C3EBB}"/>
          </ac:picMkLst>
        </pc:picChg>
      </pc:sldChg>
      <pc:sldChg chg="delSp modSp add mod">
        <pc:chgData name="Daniel Dauksevic" userId="2f1c905f-7f49-4bc6-afbc-ba68b1c04002" providerId="ADAL" clId="{6A3C3440-FFD6-4F8B-9999-3FEFD44931DA}" dt="2026-05-25T04:12:59.006" v="2922"/>
        <pc:sldMkLst>
          <pc:docMk/>
          <pc:sldMk cId="1990884505" sldId="298"/>
        </pc:sldMkLst>
        <pc:spChg chg="mod">
          <ac:chgData name="Daniel Dauksevic" userId="2f1c905f-7f49-4bc6-afbc-ba68b1c04002" providerId="ADAL" clId="{6A3C3440-FFD6-4F8B-9999-3FEFD44931DA}" dt="2026-05-25T04:12:59.006" v="2922"/>
          <ac:spMkLst>
            <pc:docMk/>
            <pc:sldMk cId="1990884505" sldId="298"/>
            <ac:spMk id="3" creationId="{3EC2821F-B145-AD7B-4781-26ABE7EA9361}"/>
          </ac:spMkLst>
        </pc:spChg>
        <pc:picChg chg="del">
          <ac:chgData name="Daniel Dauksevic" userId="2f1c905f-7f49-4bc6-afbc-ba68b1c04002" providerId="ADAL" clId="{6A3C3440-FFD6-4F8B-9999-3FEFD44931DA}" dt="2026-05-25T03:22:37.010" v="2866" actId="478"/>
          <ac:picMkLst>
            <pc:docMk/>
            <pc:sldMk cId="1990884505" sldId="298"/>
            <ac:picMk id="4" creationId="{406E6611-17CC-94FA-D81F-E8D5D5832F92}"/>
          </ac:picMkLst>
        </pc:picChg>
        <pc:picChg chg="del">
          <ac:chgData name="Daniel Dauksevic" userId="2f1c905f-7f49-4bc6-afbc-ba68b1c04002" providerId="ADAL" clId="{6A3C3440-FFD6-4F8B-9999-3FEFD44931DA}" dt="2026-05-25T03:22:36.566" v="2865" actId="478"/>
          <ac:picMkLst>
            <pc:docMk/>
            <pc:sldMk cId="1990884505" sldId="298"/>
            <ac:picMk id="7" creationId="{299A090B-475B-C703-2077-1682B6E2B545}"/>
          </ac:picMkLst>
        </pc:picChg>
        <pc:picChg chg="del">
          <ac:chgData name="Daniel Dauksevic" userId="2f1c905f-7f49-4bc6-afbc-ba68b1c04002" providerId="ADAL" clId="{6A3C3440-FFD6-4F8B-9999-3FEFD44931DA}" dt="2026-05-25T03:22:37.530" v="2867" actId="478"/>
          <ac:picMkLst>
            <pc:docMk/>
            <pc:sldMk cId="1990884505" sldId="298"/>
            <ac:picMk id="9" creationId="{C2DD2140-BED9-536B-91EC-76C98E640436}"/>
          </ac:picMkLst>
        </pc:picChg>
        <pc:picChg chg="mod">
          <ac:chgData name="Daniel Dauksevic" userId="2f1c905f-7f49-4bc6-afbc-ba68b1c04002" providerId="ADAL" clId="{6A3C3440-FFD6-4F8B-9999-3FEFD44931DA}" dt="2026-05-25T03:23:02.330" v="2875" actId="1076"/>
          <ac:picMkLst>
            <pc:docMk/>
            <pc:sldMk cId="1990884505" sldId="298"/>
            <ac:picMk id="11" creationId="{84D3C936-F1BC-B56F-E703-09A5168AA4B5}"/>
          </ac:picMkLst>
        </pc:picChg>
      </pc:sldChg>
      <pc:sldChg chg="delSp modSp add mod">
        <pc:chgData name="Daniel Dauksevic" userId="2f1c905f-7f49-4bc6-afbc-ba68b1c04002" providerId="ADAL" clId="{6A3C3440-FFD6-4F8B-9999-3FEFD44931DA}" dt="2026-05-25T04:13:04.702" v="2924"/>
        <pc:sldMkLst>
          <pc:docMk/>
          <pc:sldMk cId="1146532571" sldId="299"/>
        </pc:sldMkLst>
        <pc:spChg chg="mod">
          <ac:chgData name="Daniel Dauksevic" userId="2f1c905f-7f49-4bc6-afbc-ba68b1c04002" providerId="ADAL" clId="{6A3C3440-FFD6-4F8B-9999-3FEFD44931DA}" dt="2026-05-25T04:13:04.702" v="2924"/>
          <ac:spMkLst>
            <pc:docMk/>
            <pc:sldMk cId="1146532571" sldId="299"/>
            <ac:spMk id="3" creationId="{E8CADE5C-5791-7B68-511A-C5005490AB48}"/>
          </ac:spMkLst>
        </pc:spChg>
        <pc:picChg chg="del">
          <ac:chgData name="Daniel Dauksevic" userId="2f1c905f-7f49-4bc6-afbc-ba68b1c04002" providerId="ADAL" clId="{6A3C3440-FFD6-4F8B-9999-3FEFD44931DA}" dt="2026-05-25T03:23:13.747" v="2876" actId="478"/>
          <ac:picMkLst>
            <pc:docMk/>
            <pc:sldMk cId="1146532571" sldId="299"/>
            <ac:picMk id="9" creationId="{615C0DEC-EB4A-F750-3273-31E8CC0026EE}"/>
          </ac:picMkLst>
        </pc:picChg>
      </pc:sldChg>
      <pc:sldChg chg="addSp delSp modSp add mod ord">
        <pc:chgData name="Daniel Dauksevic" userId="2f1c905f-7f49-4bc6-afbc-ba68b1c04002" providerId="ADAL" clId="{6A3C3440-FFD6-4F8B-9999-3FEFD44931DA}" dt="2026-05-25T04:13:09.985" v="2927" actId="207"/>
        <pc:sldMkLst>
          <pc:docMk/>
          <pc:sldMk cId="1609595312" sldId="300"/>
        </pc:sldMkLst>
        <pc:spChg chg="mod">
          <ac:chgData name="Daniel Dauksevic" userId="2f1c905f-7f49-4bc6-afbc-ba68b1c04002" providerId="ADAL" clId="{6A3C3440-FFD6-4F8B-9999-3FEFD44931DA}" dt="2026-05-25T04:13:09.985" v="2927" actId="207"/>
          <ac:spMkLst>
            <pc:docMk/>
            <pc:sldMk cId="1609595312" sldId="300"/>
            <ac:spMk id="3" creationId="{481D8C03-47EB-0064-DE14-363CC0CD2145}"/>
          </ac:spMkLst>
        </pc:spChg>
        <pc:picChg chg="add mod">
          <ac:chgData name="Daniel Dauksevic" userId="2f1c905f-7f49-4bc6-afbc-ba68b1c04002" providerId="ADAL" clId="{6A3C3440-FFD6-4F8B-9999-3FEFD44931DA}" dt="2026-05-25T03:23:34.769" v="2883"/>
          <ac:picMkLst>
            <pc:docMk/>
            <pc:sldMk cId="1609595312" sldId="300"/>
            <ac:picMk id="2" creationId="{75271958-BF37-C0A0-81BD-5E4468D4D084}"/>
          </ac:picMkLst>
        </pc:picChg>
        <pc:picChg chg="del">
          <ac:chgData name="Daniel Dauksevic" userId="2f1c905f-7f49-4bc6-afbc-ba68b1c04002" providerId="ADAL" clId="{6A3C3440-FFD6-4F8B-9999-3FEFD44931DA}" dt="2026-05-25T03:23:37.269" v="2884" actId="478"/>
          <ac:picMkLst>
            <pc:docMk/>
            <pc:sldMk cId="1609595312" sldId="300"/>
            <ac:picMk id="4" creationId="{B402A75C-C116-A164-FF7F-80FA0BC558BC}"/>
          </ac:picMkLst>
        </pc:picChg>
        <pc:picChg chg="add mod">
          <ac:chgData name="Daniel Dauksevic" userId="2f1c905f-7f49-4bc6-afbc-ba68b1c04002" providerId="ADAL" clId="{6A3C3440-FFD6-4F8B-9999-3FEFD44931DA}" dt="2026-05-25T03:23:37.571" v="2885"/>
          <ac:picMkLst>
            <pc:docMk/>
            <pc:sldMk cId="1609595312" sldId="300"/>
            <ac:picMk id="5" creationId="{0B07B2C2-6D18-3715-7682-6C7632619574}"/>
          </ac:picMkLst>
        </pc:picChg>
        <pc:picChg chg="del">
          <ac:chgData name="Daniel Dauksevic" userId="2f1c905f-7f49-4bc6-afbc-ba68b1c04002" providerId="ADAL" clId="{6A3C3440-FFD6-4F8B-9999-3FEFD44931DA}" dt="2026-05-25T03:23:37.269" v="2884" actId="478"/>
          <ac:picMkLst>
            <pc:docMk/>
            <pc:sldMk cId="1609595312" sldId="300"/>
            <ac:picMk id="7" creationId="{1DA704E1-BEB5-01F5-AD86-64A766D9799C}"/>
          </ac:picMkLst>
        </pc:picChg>
        <pc:picChg chg="del">
          <ac:chgData name="Daniel Dauksevic" userId="2f1c905f-7f49-4bc6-afbc-ba68b1c04002" providerId="ADAL" clId="{6A3C3440-FFD6-4F8B-9999-3FEFD44931DA}" dt="2026-05-25T03:23:37.269" v="2884" actId="478"/>
          <ac:picMkLst>
            <pc:docMk/>
            <pc:sldMk cId="1609595312" sldId="300"/>
            <ac:picMk id="9" creationId="{31DACE35-7C29-080D-ACFD-0F976C1D67B7}"/>
          </ac:picMkLst>
        </pc:picChg>
        <pc:picChg chg="del">
          <ac:chgData name="Daniel Dauksevic" userId="2f1c905f-7f49-4bc6-afbc-ba68b1c04002" providerId="ADAL" clId="{6A3C3440-FFD6-4F8B-9999-3FEFD44931DA}" dt="2026-05-25T03:23:37.269" v="2884" actId="478"/>
          <ac:picMkLst>
            <pc:docMk/>
            <pc:sldMk cId="1609595312" sldId="300"/>
            <ac:picMk id="11" creationId="{D9E72B63-9766-DC87-69C0-808666CC37A8}"/>
          </ac:picMkLst>
        </pc:picChg>
      </pc:sldChg>
      <pc:sldMasterChg chg="setBg modSldLayout">
        <pc:chgData name="Daniel Dauksevic" userId="2f1c905f-7f49-4bc6-afbc-ba68b1c04002" providerId="ADAL" clId="{6A3C3440-FFD6-4F8B-9999-3FEFD44931DA}" dt="2026-05-25T04:10:11.651" v="2891"/>
        <pc:sldMasterMkLst>
          <pc:docMk/>
          <pc:sldMasterMk cId="1289756084" sldId="2147483648"/>
        </pc:sldMasterMkLst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2214942919" sldId="2147483649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975611420" sldId="2147483650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1811074654" sldId="2147483651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1348457931" sldId="2147483652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2962230577" sldId="2147483653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985900855" sldId="2147483654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4162711247" sldId="2147483655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385059793" sldId="2147483656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2742473586" sldId="2147483657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3256410608" sldId="2147483658"/>
          </pc:sldLayoutMkLst>
        </pc:sldLayoutChg>
        <pc:sldLayoutChg chg="setBg">
          <pc:chgData name="Daniel Dauksevic" userId="2f1c905f-7f49-4bc6-afbc-ba68b1c04002" providerId="ADAL" clId="{6A3C3440-FFD6-4F8B-9999-3FEFD44931DA}" dt="2026-05-25T04:10:11.651" v="2891"/>
          <pc:sldLayoutMkLst>
            <pc:docMk/>
            <pc:sldMasterMk cId="1289756084" sldId="2147483648"/>
            <pc:sldLayoutMk cId="2163129186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D59F1-8791-462D-BB10-A652DA25F17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22A88-A864-40E4-8DA0-354FE41F2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7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76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particularly legacy medical and clinical device systems, patient safety and operational availability have traditionally been prioritized, </a:t>
            </a:r>
            <a:endParaRPr lang="lt-LT" dirty="0"/>
          </a:p>
          <a:p>
            <a:r>
              <a:rPr lang="en-US" dirty="0"/>
              <a:t>often at the expense of cybersecurity [5].</a:t>
            </a:r>
            <a:endParaRPr lang="lt-LT" dirty="0"/>
          </a:p>
          <a:p>
            <a:endParaRPr lang="lt-LT"/>
          </a:p>
          <a:p>
            <a:r>
              <a:rPr lang="en-US"/>
              <a:t> </a:t>
            </a:r>
            <a:r>
              <a:rPr lang="en-US" dirty="0"/>
              <a:t>In recent years, due to the development of standards and regulations, cybersecurity has been increasingly recognized as an integral part of patient safety.</a:t>
            </a:r>
          </a:p>
          <a:p>
            <a:endParaRPr lang="en-US" dirty="0"/>
          </a:p>
          <a:p>
            <a:r>
              <a:rPr lang="en-US" dirty="0"/>
              <a:t>Security failures in healthcare are safety failures</a:t>
            </a:r>
          </a:p>
          <a:p>
            <a:endParaRPr lang="en-US" dirty="0"/>
          </a:p>
          <a:p>
            <a:r>
              <a:rPr lang="en-US" dirty="0"/>
              <a:t>blocked access to electronic medical records and patient management systems, was reportedly carried out via an external connection between the hospital and a third-party vendor.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913A0-A7A1-44A2-86BA-39DE6D3955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4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established principles of formal model-based development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1B057-4057-0BAB-A3C3-099A5F09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7598A-32AD-72E2-C1E5-09EACBC91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AB90B-A185-0BB2-43E6-2465E0DBF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motivates us to advance in the state-of-the-art </a:t>
            </a:r>
            <a:r>
              <a:rPr lang="en-US" dirty="0" err="1"/>
              <a:t>workwith</a:t>
            </a:r>
            <a:r>
              <a:rPr lang="en-US" dirty="0"/>
              <a:t> the following key contributions:1) A formal model of a computer network in TLA+, </a:t>
            </a:r>
            <a:r>
              <a:rPr lang="en-US" dirty="0" err="1"/>
              <a:t>whichis</a:t>
            </a:r>
            <a:r>
              <a:rPr lang="en-US" dirty="0"/>
              <a:t> used for verification of routing policies against </a:t>
            </a:r>
            <a:r>
              <a:rPr lang="en-US" dirty="0" err="1"/>
              <a:t>thesecurity</a:t>
            </a:r>
            <a:r>
              <a:rPr lang="en-US" dirty="0"/>
              <a:t> properties, is constructed and analysed;2) A methodology of verification of LLM-based </a:t>
            </a:r>
            <a:r>
              <a:rPr lang="en-US" dirty="0" err="1"/>
              <a:t>suggesteddefenses</a:t>
            </a:r>
            <a:r>
              <a:rPr lang="en-US" dirty="0"/>
              <a:t> preserving basic security services like </a:t>
            </a:r>
            <a:r>
              <a:rPr lang="en-US" dirty="0" err="1"/>
              <a:t>availabil-ity</a:t>
            </a:r>
            <a:r>
              <a:rPr lang="en-US" dirty="0"/>
              <a:t> is proposed;3) The practical application of the framework in a case </a:t>
            </a:r>
            <a:r>
              <a:rPr lang="en-US" dirty="0" err="1"/>
              <a:t>studyhas</a:t>
            </a:r>
            <a:r>
              <a:rPr lang="en-US" dirty="0"/>
              <a:t> been tested and validated as a proof of concept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5352-1124-DD1E-0660-116C50494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913A0-A7A1-44A2-86BA-39DE6D3955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6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motivates us to advance in the state-of-the-art </a:t>
            </a:r>
            <a:r>
              <a:rPr lang="en-US" dirty="0" err="1"/>
              <a:t>workwith</a:t>
            </a:r>
            <a:r>
              <a:rPr lang="en-US" dirty="0"/>
              <a:t> the following key contributions:1) A formal model of a computer network in TLA+, </a:t>
            </a:r>
            <a:r>
              <a:rPr lang="en-US" dirty="0" err="1"/>
              <a:t>whichis</a:t>
            </a:r>
            <a:r>
              <a:rPr lang="en-US" dirty="0"/>
              <a:t> used for verification of routing policies against </a:t>
            </a:r>
            <a:r>
              <a:rPr lang="en-US" dirty="0" err="1"/>
              <a:t>thesecurity</a:t>
            </a:r>
            <a:r>
              <a:rPr lang="en-US" dirty="0"/>
              <a:t> properties, is constructed and analysed;2) A methodology of verification of LLM-based </a:t>
            </a:r>
            <a:r>
              <a:rPr lang="en-US" dirty="0" err="1"/>
              <a:t>suggesteddefenses</a:t>
            </a:r>
            <a:r>
              <a:rPr lang="en-US" dirty="0"/>
              <a:t> preserving basic security services like </a:t>
            </a:r>
            <a:r>
              <a:rPr lang="en-US" dirty="0" err="1"/>
              <a:t>availabil-ity</a:t>
            </a:r>
            <a:r>
              <a:rPr lang="en-US" dirty="0"/>
              <a:t> is proposed;3) The practical application of the framework in a case </a:t>
            </a:r>
            <a:r>
              <a:rPr lang="en-US" dirty="0" err="1"/>
              <a:t>studyhas</a:t>
            </a:r>
            <a:r>
              <a:rPr lang="en-US" dirty="0"/>
              <a:t> been tested and validated as a proof of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913A0-A7A1-44A2-86BA-39DE6D3955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38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2D25-FFF6-E4ED-7162-3E2DD894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F655C-824A-12FC-4136-3040E4065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0F12B-DBBD-8C01-BDEA-621F39E3A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67B96-1765-5D7F-EC6E-8A36B8D4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78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3B123-AED9-DBEB-451A-DCDA57E9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BCAB5-D7CB-6DBB-B06B-F0A0EA868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3AB1A-5987-ED16-4C39-8DE7ABA3C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22F75-595D-B0F8-B647-FB2559556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4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4DC6-4891-4874-7787-FE1CBC5F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D6F57-F962-59D2-83CC-DD28692B7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913CA-F14D-125D-1E4A-0DCE32F39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68CBC-098C-B161-1FE1-3204EAD36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61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AAC6-E3E5-A18A-0D10-E082CDB2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AFF6F-5D76-5D25-710C-9658672E1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6A3AA-1EE2-2129-5369-C60203959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E7EC1-F99C-E779-F8C1-A367AD17A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74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C163-55F2-244D-2A53-51083721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D4D27-516F-DFEA-964C-8E890C8DD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F42C9-E837-3BD0-B8C8-B8BF7D7E9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784B6-DED5-9034-FDF9-F82D4FEE7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09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E57D-D07B-91D5-003F-D11EB797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B7A6C-CBD0-B777-88CA-F7D8798C1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444AF-AF60-BEE0-BCCD-2F2E79D7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D554-332A-94C5-2B3F-28BE04098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05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125F-7034-2405-0C70-B15D2A8B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24A32-2635-5E37-FD7C-FDBE2D16E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811AD-BC1E-184C-E728-0EBACC40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796BA-3B10-9558-68BC-4573D0887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7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E2AE6-2D30-7378-5323-6E4317F4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EBC43-D670-1F06-119F-C1E24CEF8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8D0AD-A2E2-D861-652F-D84B106A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47B0-C3CE-CB0B-6139-0E9BF8536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84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1E67-C73C-8B20-7EF5-D537B6AA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5125F-FDD2-5843-B27B-3343521F4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A6A89-76B5-D958-0F58-ED8BCC772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/>
              <a:t>FV </a:t>
            </a:r>
            <a:r>
              <a:rPr lang="en-US"/>
              <a:t>REVIEWER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C70B7-ECB9-5900-F313-8278945E6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57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CB1C-8527-88BC-F7F4-A2C719B1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25541-3848-5100-C643-6F122E1BD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A9A70-ABFB-26D0-D01B-FC9A1EE79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established principles of formal model-based development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634C1-98EC-C7E3-A058-E869D2BAE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52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583E-1ABF-6130-796B-CD76B17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46683-EE8F-7314-CECD-D4FDD291F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2CD2-F1D4-D945-CE27-5C37394CB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established principles of formal model-based development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3EB50-18D4-F8DA-AED5-26490687B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66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3A521-D769-9799-EE15-68826EEA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E7ACA-8700-9F28-B27B-5299BA39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18041-5148-6739-950A-04E470765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formal verification focuses mainly on availability and reachability; other critical properties such as confidentiality, integrity, or policy conflicts are not evaluated.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C37B0-7911-88EF-C946-E91DBD980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22A88-A864-40E4-8DA0-354FE41F2B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5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BD31-FA3B-B8B5-5DC6-A541A7730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CABEA-4579-D3CD-34FA-76DD70428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75BBA-C853-E35A-B6DC-A7B3D4A5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3A90-21DB-171B-0CFD-CD4F4750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B26F3-B028-B52A-26AB-3E5005E3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4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E61A-37B1-03F9-7309-B453F264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86A36-1AC4-4448-1649-ED2FB249A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BE11-EDAC-27F1-8127-FDF3892E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7690C-655E-145F-11BD-1382A156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9141B-E0E2-B957-F3F1-A02129B1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5FA5-FD01-7736-03E1-A394D784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AFC82-72ED-02CE-CF08-827F8EAFB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96B9E-181E-632B-9629-EB0BF09A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93A59-C18B-31D5-4028-16985C54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35F48-8E6B-D585-A1D4-73C7D97E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7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A4AF-D6A0-B60F-2BA5-1432D09D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BDFB-69E9-6A2A-4C12-09CE3AC66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9DA86-C29A-52FC-0A13-6A9E65D14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B6378-7547-D30B-CE90-FDD62EE1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8E77D-1B55-ACCE-622F-D25D841C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37250-0B89-A41A-99EA-0218B944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A320-ED46-AA7F-977E-83D845E7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1592C-43B0-3A26-EBFE-14FC52E47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3DB63-0804-C677-82A8-3423388F5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EE2BF-B146-4B74-0B70-FC8986284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35270-6F3B-CEDE-CC9A-A8801A5CC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76D61-8C0B-0FA5-96CE-2B9CFFDF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F8581-9610-5413-CD00-37CA2502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CFE17-FF64-CE42-47C0-B2F59303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3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D5DA-3F0A-1204-DE34-55B16B00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38C3B-5A8D-FF99-7744-753D4728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27EF1-365A-B656-F39A-445CC2C8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A12E8-790E-91E4-53E7-F348CD88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0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68024-6D91-9DA0-345C-779E5F86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CAC8A-66D8-2B99-57B4-B8E26815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43EE5-A485-22C3-0B64-340821B8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1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3F61-EFC8-7BB5-59BD-447491C3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F994-F317-8E61-A5E0-FCC31EFB9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2EDA5-B156-B8AD-99EB-5FBAA3B2B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AAEFB-3C48-B8C6-ACA9-6679F3A4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91F00-501A-6C14-07AA-9CC4A171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B34-2855-3A44-1600-3A92B292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3A1F-0C73-C522-177D-306C346F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4DDEF-34DB-A883-BF50-3613B91BD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2C88C-26A2-2A87-2A4D-68CEF88BA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3BBE5-F0AE-1F79-951E-E4B75F4D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5D1A3-E29C-A973-8995-256E3AA0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3440A-2C7F-63FE-FB9F-96ACD631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2CC0-1802-FE7C-4517-124536F0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64525-DFE0-CDC8-470D-96A5206B4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5B14E-C87D-942C-F53B-F61F8F80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4EE3-2D29-9A34-0AE3-7EC3A27B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F224-EFC8-6875-8071-97D0E8DB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1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7951A-1DEA-9260-BE1E-C07FBB69D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73AA5-F073-A1EB-F835-F56A6BCB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BD8FB-9BB5-8F6C-2403-CCDF4B83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3ACC2-144A-C158-C639-12F21C29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7E1E-AB66-3135-4403-421ED0E2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2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8B6B3-9201-74D9-6773-2AC10839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57CC4-95F0-F1D0-FB37-4B8BDAF1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55A6-2C8C-4660-1919-C08AF1ED2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A4F8F-6CFA-4CC0-BFED-A8E180AC459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16A75-DC61-01BC-DC14-A5801792B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1F140-F563-EAAC-3E60-5228562D3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3CA86-5383-4CAD-809A-4837D624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5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1EA058-F728-8CCC-C407-53671F74FA25}"/>
              </a:ext>
            </a:extLst>
          </p:cNvPr>
          <p:cNvSpPr txBox="1"/>
          <p:nvPr/>
        </p:nvSpPr>
        <p:spPr>
          <a:xfrm>
            <a:off x="250371" y="2608302"/>
            <a:ext cx="116912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Towards Verified Security: </a:t>
            </a:r>
          </a:p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 Methods for LLM-Based Defenses</a:t>
            </a:r>
            <a:endParaRPr lang="en-US" sz="4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0C6C3-B463-5D37-D9A0-0DEB56ED652F}"/>
              </a:ext>
            </a:extLst>
          </p:cNvPr>
          <p:cNvSpPr txBox="1"/>
          <p:nvPr/>
        </p:nvSpPr>
        <p:spPr>
          <a:xfrm>
            <a:off x="0" y="31524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IEEE International Conference on Communications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78D11-79D9-806D-EBE9-EF20D331377A}"/>
              </a:ext>
            </a:extLst>
          </p:cNvPr>
          <p:cNvSpPr txBox="1"/>
          <p:nvPr/>
        </p:nvSpPr>
        <p:spPr>
          <a:xfrm>
            <a:off x="0" y="600936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Glasgow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490A9-D79D-C9C8-C3A7-26762A5F11D9}"/>
              </a:ext>
            </a:extLst>
          </p:cNvPr>
          <p:cNvSpPr txBox="1"/>
          <p:nvPr/>
        </p:nvSpPr>
        <p:spPr>
          <a:xfrm>
            <a:off x="8229600" y="4532032"/>
            <a:ext cx="37120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Daniel Daukševič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Prof. Dr. Roberto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Magán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-Carrión</a:t>
            </a:r>
            <a:endParaRPr lang="lt-LT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  <a:p>
            <a:r>
              <a:rPr lang="lt-L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Prof. Dr. Linas Laibinis</a:t>
            </a:r>
            <a:r>
              <a:rPr lang="en-US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 </a:t>
            </a:r>
            <a:b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</a:b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Vilnius University</a:t>
            </a: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University of Granada</a:t>
            </a:r>
          </a:p>
        </p:txBody>
      </p:sp>
    </p:spTree>
    <p:extLst>
      <p:ext uri="{BB962C8B-B14F-4D97-AF65-F5344CB8AC3E}">
        <p14:creationId xmlns:p14="http://schemas.microsoft.com/office/powerpoint/2010/main" val="409065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FF6A9D-7FC9-28F9-3D00-E698CACD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1C793B-4513-F773-852C-E1BACE2527CA}"/>
              </a:ext>
            </a:extLst>
          </p:cNvPr>
          <p:cNvSpPr txBox="1"/>
          <p:nvPr/>
        </p:nvSpPr>
        <p:spPr>
          <a:xfrm>
            <a:off x="0" y="45904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000" b="1" dirty="0">
                <a:latin typeface="Helvetica Neue"/>
              </a:rPr>
              <a:t>Agenda</a:t>
            </a:r>
            <a:endParaRPr lang="en-US" sz="4000" b="0" i="0" dirty="0"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1439F-4F5A-A4F3-BDB9-1F412F6C494A}"/>
              </a:ext>
            </a:extLst>
          </p:cNvPr>
          <p:cNvSpPr txBox="1"/>
          <p:nvPr/>
        </p:nvSpPr>
        <p:spPr>
          <a:xfrm>
            <a:off x="668565" y="1821527"/>
            <a:ext cx="838653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 Problem &amp; Motivation</a:t>
            </a:r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r>
              <a:rPr lang="en-US" sz="4000" dirty="0"/>
              <a:t> </a:t>
            </a:r>
            <a:r>
              <a:rPr lang="en-US" sz="3600" dirty="0"/>
              <a:t>Background </a:t>
            </a:r>
            <a:r>
              <a:rPr lang="en-US" sz="4000" dirty="0"/>
              <a:t>&amp; Contribution</a:t>
            </a:r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r>
              <a:rPr lang="en-US" sz="4000" dirty="0"/>
              <a:t> </a:t>
            </a:r>
            <a:r>
              <a:rPr lang="en-US" sz="3600" dirty="0"/>
              <a:t>System Architecture</a:t>
            </a:r>
            <a:endParaRPr lang="en-US" sz="4000" dirty="0"/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 Case Study</a:t>
            </a:r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Clr>
                <a:srgbClr val="7B003F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 Results, Limitations &amp; Future Work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val="3737153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F7F9-F5D6-C7BA-9930-5286A549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FB6F1-6443-E5E6-B34E-E2B2FE3776D8}"/>
              </a:ext>
            </a:extLst>
          </p:cNvPr>
          <p:cNvSpPr txBox="1"/>
          <p:nvPr/>
        </p:nvSpPr>
        <p:spPr>
          <a:xfrm>
            <a:off x="0" y="45904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pl-PL" sz="4000" b="1" dirty="0">
                <a:solidFill>
                  <a:schemeClr val="bg1"/>
                </a:solidFill>
                <a:latin typeface="Helvetica Neue"/>
              </a:rPr>
              <a:t>Problem</a:t>
            </a:r>
            <a:r>
              <a:rPr lang="en-US" sz="4000" b="1" dirty="0">
                <a:solidFill>
                  <a:schemeClr val="bg1"/>
                </a:solidFill>
                <a:latin typeface="Helvetica Neue"/>
              </a:rPr>
              <a:t> &amp; Motivation</a:t>
            </a:r>
            <a:endParaRPr lang="en-US" sz="40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62E2B-3AA3-8CB7-2621-06B65B451E42}"/>
              </a:ext>
            </a:extLst>
          </p:cNvPr>
          <p:cNvSpPr txBox="1"/>
          <p:nvPr/>
        </p:nvSpPr>
        <p:spPr>
          <a:xfrm>
            <a:off x="352983" y="2010779"/>
            <a:ext cx="1148603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Cyberattack surface is constantly increasing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Human response is slow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pl-PL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LLMs can automate mitigation, but hallucinate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LLMs can propose solutions, a method of verifying their correctness is required</a:t>
            </a:r>
          </a:p>
        </p:txBody>
      </p:sp>
    </p:spTree>
    <p:extLst>
      <p:ext uri="{BB962C8B-B14F-4D97-AF65-F5344CB8AC3E}">
        <p14:creationId xmlns:p14="http://schemas.microsoft.com/office/powerpoint/2010/main" val="350312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0B2E-D4D8-5637-6A99-23A15D18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EA33A-1116-7181-4AB8-D6EA347B66D8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Formal methods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15E2A-4CD1-BE41-EAD9-DDA011F201CC}"/>
              </a:ext>
            </a:extLst>
          </p:cNvPr>
          <p:cNvSpPr txBox="1"/>
          <p:nvPr/>
        </p:nvSpPr>
        <p:spPr>
          <a:xfrm>
            <a:off x="605934" y="2247412"/>
            <a:ext cx="1123116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Logic-based analysis</a:t>
            </a:r>
          </a:p>
          <a:p>
            <a:pPr marL="342900" indent="-3429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Automated property checking</a:t>
            </a:r>
          </a:p>
          <a:p>
            <a:pPr marL="342900" indent="-3429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Prove completeness</a:t>
            </a:r>
            <a:endParaRPr lang="pl-PL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19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54DA-5F02-6EB7-EC8A-C3FDBE1F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AE0EF-4B8F-BAED-EFDA-79166B1F6532}"/>
              </a:ext>
            </a:extLst>
          </p:cNvPr>
          <p:cNvSpPr txBox="1"/>
          <p:nvPr/>
        </p:nvSpPr>
        <p:spPr>
          <a:xfrm>
            <a:off x="0" y="45904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Helvetica Neue"/>
              </a:rPr>
              <a:t>Background</a:t>
            </a:r>
            <a:endParaRPr lang="en-US" sz="40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A68F0-1BCB-7426-A465-99876C7A976C}"/>
              </a:ext>
            </a:extLst>
          </p:cNvPr>
          <p:cNvSpPr txBox="1"/>
          <p:nvPr/>
        </p:nvSpPr>
        <p:spPr>
          <a:xfrm>
            <a:off x="351064" y="1990280"/>
            <a:ext cx="1148987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LLMs already used in intrusion detection &amp; policy generation 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Formal verification proven in avionics, automotive, security protocols 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LLMs lack correctness guarantees; formal methods lack adaptability</a:t>
            </a:r>
            <a:endParaRPr lang="pl-PL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C87E-3B30-F501-6CF8-1B37B64F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98434-74DC-12A3-2571-F4DC115706CF}"/>
              </a:ext>
            </a:extLst>
          </p:cNvPr>
          <p:cNvSpPr txBox="1"/>
          <p:nvPr/>
        </p:nvSpPr>
        <p:spPr>
          <a:xfrm>
            <a:off x="0" y="45904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pl-PL" sz="4000" b="1" dirty="0">
                <a:solidFill>
                  <a:schemeClr val="bg1"/>
                </a:solidFill>
                <a:latin typeface="Helvetica Neue"/>
              </a:rPr>
              <a:t>Contribution</a:t>
            </a:r>
            <a:endParaRPr lang="en-US" sz="40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D6484-B69A-953F-D9FD-19FF3A0FA816}"/>
              </a:ext>
            </a:extLst>
          </p:cNvPr>
          <p:cNvSpPr txBox="1"/>
          <p:nvPr/>
        </p:nvSpPr>
        <p:spPr>
          <a:xfrm>
            <a:off x="351064" y="2378587"/>
            <a:ext cx="1148987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Formal model of a computer network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Methodology of verification of LLM-based suggested defenses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Practical application of the framework in case study</a:t>
            </a:r>
            <a:endParaRPr lang="pl-PL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0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E8C7-8765-F4C6-EA38-27902A38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562B9-F7F3-E28C-FC1B-F508BF7EC3F0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System architecture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B7D64A-7CEB-D015-B928-E6C78DB01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42" y="1281956"/>
            <a:ext cx="9874716" cy="53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3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17CA-8928-C871-4F79-1E34DB4D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C9F40-2024-422D-1C26-3FA213142815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Security properties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7E431-703A-EE69-A6B5-D8C9CA468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117" y="1780586"/>
            <a:ext cx="5649113" cy="2295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2388B8-AB5A-FC64-FCB9-31679C44D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116" y="4511583"/>
            <a:ext cx="5649114" cy="1555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4E0DE-F407-6A2B-FF75-BF691F966C9E}"/>
              </a:ext>
            </a:extLst>
          </p:cNvPr>
          <p:cNvSpPr txBox="1"/>
          <p:nvPr/>
        </p:nvSpPr>
        <p:spPr>
          <a:xfrm>
            <a:off x="237996" y="2306716"/>
            <a:ext cx="55239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Every </a:t>
            </a:r>
            <a:r>
              <a:rPr lang="en-US" sz="2800" b="1" i="1" dirty="0">
                <a:solidFill>
                  <a:schemeClr val="bg1"/>
                </a:solidFill>
              </a:rPr>
              <a:t>data packet </a:t>
            </a:r>
            <a:r>
              <a:rPr lang="en-US" sz="2800" i="1" dirty="0">
                <a:solidFill>
                  <a:schemeClr val="bg1"/>
                </a:solidFill>
              </a:rPr>
              <a:t>originating from or destined for the private network shall either be successfully </a:t>
            </a:r>
            <a:r>
              <a:rPr lang="en-US" sz="2800" b="1" i="1" dirty="0">
                <a:solidFill>
                  <a:schemeClr val="bg1"/>
                </a:solidFill>
              </a:rPr>
              <a:t>routed</a:t>
            </a:r>
            <a:r>
              <a:rPr lang="en-US" sz="2800" i="1" dirty="0">
                <a:solidFill>
                  <a:schemeClr val="bg1"/>
                </a:solidFill>
              </a:rPr>
              <a:t> to its intended </a:t>
            </a:r>
            <a:r>
              <a:rPr lang="en-US" sz="2800" b="1" i="1" dirty="0">
                <a:solidFill>
                  <a:schemeClr val="bg1"/>
                </a:solidFill>
              </a:rPr>
              <a:t>destination</a:t>
            </a:r>
            <a:r>
              <a:rPr lang="en-US" sz="2800" i="1" dirty="0">
                <a:solidFill>
                  <a:schemeClr val="bg1"/>
                </a:solidFill>
              </a:rPr>
              <a:t> (within the constraints of the firewall rules) or be explicitly </a:t>
            </a:r>
            <a:r>
              <a:rPr lang="en-US" sz="2800" b="1" i="1" dirty="0">
                <a:solidFill>
                  <a:schemeClr val="bg1"/>
                </a:solidFill>
              </a:rPr>
              <a:t>dropped</a:t>
            </a:r>
            <a:r>
              <a:rPr lang="en-US" sz="2800" i="1" dirty="0">
                <a:solidFill>
                  <a:schemeClr val="bg1"/>
                </a:solidFill>
              </a:rPr>
              <a:t> by the firewall based on the defined rules and default policy</a:t>
            </a:r>
          </a:p>
        </p:txBody>
      </p:sp>
    </p:spTree>
    <p:extLst>
      <p:ext uri="{BB962C8B-B14F-4D97-AF65-F5344CB8AC3E}">
        <p14:creationId xmlns:p14="http://schemas.microsoft.com/office/powerpoint/2010/main" val="120952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8FD1-BDC6-13D5-AB15-0A370E9D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FCF221-CAE9-0E29-146D-2B5EBBEAA9A3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FE3C2-B64C-3116-F8F3-CB9AD8C22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255" y="1465209"/>
            <a:ext cx="7575489" cy="478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F8BE-859E-CDD5-8DB4-84676AB1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99EC8B-5911-3B68-40EC-F536F645FA57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2FEE4-0BA7-0149-BB26-B121E3D02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505" y="2744879"/>
            <a:ext cx="8030990" cy="13682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56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C90A-2FBD-E9C4-7710-6EA1B351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ED353-4A43-FC83-7F76-4C283E703D69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853A0-F3AC-35DA-03AA-519B02BF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1" y="2149119"/>
            <a:ext cx="5276345" cy="3332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963E19-FB03-AC95-4BDB-8E0BCD372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285" y="1533489"/>
            <a:ext cx="6026174" cy="10266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751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2E74-029A-C93F-771E-C6E33A7D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2821F-B145-AD7B-4781-26ABE7EA9361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D3C936-F1BC-B56F-E703-09A5168AA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34" y="1477126"/>
            <a:ext cx="10529531" cy="4921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088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F3CB-198C-1570-7A93-15257CBA7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CADE5C-5791-7B68-511A-C5005490AB48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91070-2086-12E6-99A8-2AE17EAF0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1" y="2149119"/>
            <a:ext cx="5276345" cy="3332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8F874-8220-624F-079D-92D70E81D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285" y="1533489"/>
            <a:ext cx="6026174" cy="10266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27F805-0186-AE8E-B827-BECD9A328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284" y="2665256"/>
            <a:ext cx="6026174" cy="28168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653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064E-AD76-0119-CF0D-EA8976C1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D8C03-47EB-0064-DE14-363CC0CD2145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7B2C2-6D18-3715-7682-6C763261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271" y="2744879"/>
            <a:ext cx="8285457" cy="13682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95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11E4-5072-601F-E6C1-285CB835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4635F1-6694-105B-87B5-2A5865C13802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 Neue"/>
              </a:rPr>
              <a:t>Case study</a:t>
            </a:r>
            <a:endParaRPr lang="en-US" sz="36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2FCDD-5EEA-9363-35E9-E95B8B467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1" y="2149119"/>
            <a:ext cx="5276345" cy="3332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14C19-0C89-B4D0-13A4-2E66A6552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285" y="1533489"/>
            <a:ext cx="6026174" cy="10266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FAAF4-4B68-1A52-E146-5E663D5D8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284" y="5587163"/>
            <a:ext cx="6026174" cy="9951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2B9D64-1672-A2A3-D234-9449279257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284" y="2665256"/>
            <a:ext cx="6026174" cy="28168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246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1B2F-3FCA-91BE-F0A4-02B86E4A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0C4B3-5B3B-53CA-02DA-9D3CCD98CFEE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Results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A0756-283E-6B76-497B-F1B6B06B541B}"/>
              </a:ext>
            </a:extLst>
          </p:cNvPr>
          <p:cNvSpPr txBox="1"/>
          <p:nvPr/>
        </p:nvSpPr>
        <p:spPr>
          <a:xfrm>
            <a:off x="351064" y="2378587"/>
            <a:ext cx="114898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Framework demonstrated end-to-end on a real case study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Formal verification closes the LLM correctness gap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3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96EB-0DA3-3ED0-29C6-6BC6B43A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2F619D-3A5F-74D2-D3F4-736853AC9530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Limitations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CFB20-DEC0-6E8B-C42B-8DAE5205C731}"/>
              </a:ext>
            </a:extLst>
          </p:cNvPr>
          <p:cNvSpPr txBox="1"/>
          <p:nvPr/>
        </p:nvSpPr>
        <p:spPr>
          <a:xfrm>
            <a:off x="351064" y="2378587"/>
            <a:ext cx="114898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Simplified, abstract model and generalized to larger-scale networks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Human interaction needed</a:t>
            </a:r>
          </a:p>
        </p:txBody>
      </p:sp>
    </p:spTree>
    <p:extLst>
      <p:ext uri="{BB962C8B-B14F-4D97-AF65-F5344CB8AC3E}">
        <p14:creationId xmlns:p14="http://schemas.microsoft.com/office/powerpoint/2010/main" val="418783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5CEC-D1B5-BD48-37E4-5E4E9304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B4844-1946-DEC8-CC0A-AF7A0F5054F7}"/>
              </a:ext>
            </a:extLst>
          </p:cNvPr>
          <p:cNvSpPr txBox="1"/>
          <p:nvPr/>
        </p:nvSpPr>
        <p:spPr>
          <a:xfrm>
            <a:off x="0" y="45904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Helvetica Neue"/>
              </a:rPr>
              <a:t>Future work</a:t>
            </a:r>
            <a:endParaRPr lang="en-US" sz="3600" b="0" i="0" dirty="0">
              <a:solidFill>
                <a:schemeClr val="bg1"/>
              </a:solidFill>
              <a:effectLst/>
              <a:latin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FC801-9C1D-3801-1AE6-EF764DE296DB}"/>
              </a:ext>
            </a:extLst>
          </p:cNvPr>
          <p:cNvSpPr txBox="1"/>
          <p:nvPr/>
        </p:nvSpPr>
        <p:spPr>
          <a:xfrm>
            <a:off x="351064" y="2025743"/>
            <a:ext cx="1148987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pl-PL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L</a:t>
            </a:r>
            <a:r>
              <a:rPr lang="pl-PL" sz="3600" dirty="0">
                <a:solidFill>
                  <a:schemeClr val="bg1"/>
                </a:solidFill>
              </a:rPr>
              <a:t>arger topologies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Broader attack types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Formal model refinement</a:t>
            </a: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571500" indent="-571500">
              <a:buClr>
                <a:srgbClr val="B09F00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 Increasing the automation level</a:t>
            </a:r>
          </a:p>
        </p:txBody>
      </p:sp>
    </p:spTree>
    <p:extLst>
      <p:ext uri="{BB962C8B-B14F-4D97-AF65-F5344CB8AC3E}">
        <p14:creationId xmlns:p14="http://schemas.microsoft.com/office/powerpoint/2010/main" val="259476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613</Words>
  <Application>Microsoft Office PowerPoint</Application>
  <PresentationFormat>Widescreen</PresentationFormat>
  <Paragraphs>108</Paragraphs>
  <Slides>18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Helvetica 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Dauksevic</dc:creator>
  <cp:lastModifiedBy>Daniel Dauksevic</cp:lastModifiedBy>
  <cp:revision>1</cp:revision>
  <dcterms:created xsi:type="dcterms:W3CDTF">2026-05-18T15:39:43Z</dcterms:created>
  <dcterms:modified xsi:type="dcterms:W3CDTF">2026-05-25T04:13:47Z</dcterms:modified>
</cp:coreProperties>
</file>